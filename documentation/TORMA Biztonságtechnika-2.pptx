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1" r:id="rId7"/>
    <p:sldId id="262" r:id="rId8"/>
    <p:sldId id="260" r:id="rId9"/>
    <p:sldId id="263" r:id="rId10"/>
    <p:sldId id="264" r:id="rId11"/>
    <p:sldId id="265" r:id="rId12"/>
  </p:sldIdLst>
  <p:sldSz cx="12192000" cy="6858000"/>
  <p:notesSz cx="6858000" cy="9144000"/>
  <p:embeddedFontLst>
    <p:embeddedFont>
      <p:font typeface="Cantarell Classified" pitchFamily="50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CFB"/>
    <a:srgbClr val="0340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83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0991-ED6B-486D-A964-94991A1558B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2E04E-7085-4EFC-A855-918E053AD9F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0991-ED6B-486D-A964-94991A1558B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2E04E-7085-4EFC-A855-918E053AD9F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0991-ED6B-486D-A964-94991A1558B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2E04E-7085-4EFC-A855-918E053AD9F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0991-ED6B-486D-A964-94991A1558B5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2E04E-7085-4EFC-A855-918E053AD9F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0991-ED6B-486D-A964-94991A1558B5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2E04E-7085-4EFC-A855-918E053AD9F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0991-ED6B-486D-A964-94991A1558B5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2E04E-7085-4EFC-A855-918E053AD9F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0991-ED6B-486D-A964-94991A1558B5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2E04E-7085-4EFC-A855-918E053AD9F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0991-ED6B-486D-A964-94991A1558B5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2E04E-7085-4EFC-A855-918E053AD9F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0991-ED6B-486D-A964-94991A1558B5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2E04E-7085-4EFC-A855-918E053AD9F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0991-ED6B-486D-A964-94991A1558B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2E04E-7085-4EFC-A855-918E053AD9F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0991-ED6B-486D-A964-94991A1558B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2E04E-7085-4EFC-A855-918E053AD9F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40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520991-ED6B-486D-A964-94991A1558B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02E04E-7085-4EFC-A855-918E053AD9F5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solidFill>
                  <a:srgbClr val="FEFCFB"/>
                </a:solidFill>
                <a:latin typeface="Cantarell Classified" pitchFamily="50" charset="0"/>
              </a:rPr>
              <a:t>TORMA Biztonságtechnika</a:t>
            </a:r>
            <a:endParaRPr lang="en-US">
              <a:solidFill>
                <a:srgbClr val="FEFCFB"/>
              </a:solidFill>
              <a:latin typeface="Cantarell Classified" pitchFamily="50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rgbClr val="FEFCFB"/>
                </a:solidFill>
                <a:latin typeface="Cantarell Regular" pitchFamily="50" charset="0"/>
              </a:rPr>
              <a:t>a presentation by Czéh Szabolcs, Gonda Ákos &amp; Torma Enikő</a:t>
            </a:r>
            <a:endParaRPr lang="en-US">
              <a:solidFill>
                <a:srgbClr val="FEFCFB"/>
              </a:solidFill>
              <a:latin typeface="Cantarell Regular" pitchFamily="50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>
                <a:solidFill>
                  <a:schemeClr val="bg1"/>
                </a:solidFill>
                <a:latin typeface="Cantarell" pitchFamily="50" charset="0"/>
              </a:rPr>
              <a:t>Teamwork</a:t>
            </a:r>
            <a:r>
              <a:rPr lang="hu-HU" dirty="0"/>
              <a:t> 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Cantarell Regular" pitchFamily="50" charset="0"/>
              </a:rPr>
              <a:t>Czéh Szabolcs – Backend</a:t>
            </a:r>
            <a:endParaRPr lang="hu-HU" dirty="0">
              <a:solidFill>
                <a:schemeClr val="bg1"/>
              </a:solidFill>
              <a:latin typeface="Cantarell Regular" pitchFamily="50" charset="0"/>
            </a:endParaRPr>
          </a:p>
          <a:p>
            <a:endParaRPr lang="hu-HU" dirty="0">
              <a:solidFill>
                <a:schemeClr val="bg1"/>
              </a:solidFill>
              <a:latin typeface="Cantarell Regular" pitchFamily="50" charset="0"/>
            </a:endParaRPr>
          </a:p>
          <a:p>
            <a:r>
              <a:rPr lang="hu-HU" dirty="0">
                <a:solidFill>
                  <a:schemeClr val="bg1"/>
                </a:solidFill>
                <a:latin typeface="Cantarell Regular" pitchFamily="50" charset="0"/>
              </a:rPr>
              <a:t>Gonda Ákos – Database, Documentation</a:t>
            </a:r>
            <a:endParaRPr lang="hu-HU" dirty="0">
              <a:solidFill>
                <a:schemeClr val="bg1"/>
              </a:solidFill>
              <a:latin typeface="Cantarell Regular" pitchFamily="50" charset="0"/>
            </a:endParaRPr>
          </a:p>
          <a:p>
            <a:endParaRPr lang="hu-HU" dirty="0">
              <a:solidFill>
                <a:schemeClr val="bg1"/>
              </a:solidFill>
              <a:latin typeface="Cantarell Regular" pitchFamily="50" charset="0"/>
            </a:endParaRPr>
          </a:p>
          <a:p>
            <a:r>
              <a:rPr lang="hu-HU" dirty="0">
                <a:solidFill>
                  <a:schemeClr val="bg1"/>
                </a:solidFill>
                <a:latin typeface="Cantarell Regular" pitchFamily="50" charset="0"/>
              </a:rPr>
              <a:t>Torma Enikő – Frontend </a:t>
            </a:r>
            <a:endParaRPr lang="hu-HU" dirty="0">
              <a:solidFill>
                <a:schemeClr val="bg1"/>
              </a:solidFill>
              <a:latin typeface="Cantarell Regular" pitchFamily="50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Cantarell" pitchFamily="50" charset="0"/>
              </a:rPr>
              <a:t>The Problem</a:t>
            </a:r>
            <a:endParaRPr lang="hu-HU" dirty="0">
              <a:solidFill>
                <a:schemeClr val="bg1"/>
              </a:solidFill>
              <a:latin typeface="Cantarell" pitchFamily="50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Cantarell Regular" pitchFamily="50" charset="0"/>
              </a:rPr>
              <a:t>Torma Security Ltd.’s website is outdated.</a:t>
            </a:r>
            <a:endParaRPr lang="hu-HU" dirty="0">
              <a:solidFill>
                <a:schemeClr val="bg1"/>
              </a:solidFill>
              <a:latin typeface="Cantarell Regular" pitchFamily="50" charset="0"/>
            </a:endParaRPr>
          </a:p>
          <a:p>
            <a:endParaRPr lang="hu-HU" dirty="0">
              <a:solidFill>
                <a:schemeClr val="bg1"/>
              </a:solidFill>
              <a:latin typeface="Cantarell Regular" pitchFamily="50" charset="0"/>
            </a:endParaRPr>
          </a:p>
          <a:p>
            <a:r>
              <a:rPr lang="hu-HU" dirty="0">
                <a:solidFill>
                  <a:schemeClr val="bg1"/>
                </a:solidFill>
                <a:latin typeface="Cantarell Regular" pitchFamily="50" charset="0"/>
              </a:rPr>
              <a:t>Customers don’t usually know what they need.</a:t>
            </a:r>
            <a:endParaRPr lang="hu-HU" dirty="0">
              <a:solidFill>
                <a:schemeClr val="bg1"/>
              </a:solidFill>
              <a:latin typeface="Cantarell Regular" pitchFamily="50" charset="0"/>
            </a:endParaRPr>
          </a:p>
          <a:p>
            <a:endParaRPr lang="hu-HU" dirty="0">
              <a:solidFill>
                <a:schemeClr val="bg1"/>
              </a:solidFill>
              <a:latin typeface="Cantarell Regular" pitchFamily="50" charset="0"/>
            </a:endParaRPr>
          </a:p>
          <a:p>
            <a:r>
              <a:rPr lang="hu-HU" dirty="0">
                <a:solidFill>
                  <a:schemeClr val="bg1"/>
                </a:solidFill>
                <a:latin typeface="Cantarell Regular" pitchFamily="50" charset="0"/>
              </a:rPr>
              <a:t>Hard to get an appointment.</a:t>
            </a:r>
            <a:endParaRPr lang="hu-HU" dirty="0">
              <a:solidFill>
                <a:schemeClr val="bg1"/>
              </a:solidFill>
              <a:latin typeface="Cantarell Regular" pitchFamily="50" charset="0"/>
            </a:endParaRPr>
          </a:p>
          <a:p>
            <a:endParaRPr lang="hu-HU" dirty="0">
              <a:solidFill>
                <a:schemeClr val="bg1"/>
              </a:solidFill>
              <a:latin typeface="Cantarell Regular" pitchFamily="50" charset="0"/>
            </a:endParaRPr>
          </a:p>
          <a:p>
            <a:r>
              <a:rPr lang="hu-HU" dirty="0">
                <a:solidFill>
                  <a:schemeClr val="bg1"/>
                </a:solidFill>
                <a:latin typeface="Cantarell Regular" pitchFamily="50" charset="0"/>
              </a:rPr>
              <a:t>No online presence</a:t>
            </a:r>
            <a:endParaRPr lang="hu-HU" dirty="0">
              <a:solidFill>
                <a:schemeClr val="bg1"/>
              </a:solidFill>
              <a:latin typeface="Cantarell Regular" pitchFamily="50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Cantarell" pitchFamily="50" charset="0"/>
              </a:rPr>
              <a:t>Our solution</a:t>
            </a:r>
            <a:endParaRPr lang="hu-HU" dirty="0">
              <a:solidFill>
                <a:schemeClr val="bg1"/>
              </a:solidFill>
              <a:latin typeface="Cantarell" pitchFamily="50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Cantarell Regular" pitchFamily="50" charset="0"/>
              </a:rPr>
              <a:t>A new modern website with better UX/UI</a:t>
            </a:r>
            <a:endParaRPr lang="hu-HU" dirty="0">
              <a:solidFill>
                <a:schemeClr val="bg1"/>
              </a:solidFill>
              <a:latin typeface="Cantarell Regular" pitchFamily="50" charset="0"/>
            </a:endParaRPr>
          </a:p>
          <a:p>
            <a:endParaRPr lang="hu-HU" dirty="0">
              <a:solidFill>
                <a:schemeClr val="bg1"/>
              </a:solidFill>
              <a:latin typeface="Cantarell Regular" pitchFamily="50" charset="0"/>
            </a:endParaRPr>
          </a:p>
          <a:p>
            <a:r>
              <a:rPr lang="hu-HU" dirty="0">
                <a:solidFill>
                  <a:schemeClr val="bg1"/>
                </a:solidFill>
                <a:latin typeface="Cantarell Regular" pitchFamily="50" charset="0"/>
              </a:rPr>
              <a:t>Configuration system according to customer needs</a:t>
            </a:r>
            <a:endParaRPr lang="hu-HU" dirty="0">
              <a:solidFill>
                <a:schemeClr val="bg1"/>
              </a:solidFill>
              <a:latin typeface="Cantarell Regular" pitchFamily="50" charset="0"/>
            </a:endParaRPr>
          </a:p>
          <a:p>
            <a:endParaRPr lang="hu-HU" dirty="0">
              <a:solidFill>
                <a:schemeClr val="bg1"/>
              </a:solidFill>
              <a:latin typeface="Cantarell Regular" pitchFamily="50" charset="0"/>
            </a:endParaRPr>
          </a:p>
          <a:p>
            <a:r>
              <a:rPr lang="hu-HU" dirty="0">
                <a:solidFill>
                  <a:schemeClr val="bg1"/>
                </a:solidFill>
                <a:latin typeface="Cantarell Regular" pitchFamily="50" charset="0"/>
              </a:rPr>
              <a:t>Online appointment booking</a:t>
            </a:r>
            <a:endParaRPr lang="hu-HU" dirty="0">
              <a:solidFill>
                <a:schemeClr val="bg1"/>
              </a:solidFill>
              <a:latin typeface="Cantarell Regular" pitchFamily="50" charset="0"/>
            </a:endParaRPr>
          </a:p>
          <a:p>
            <a:endParaRPr lang="hu-HU" dirty="0">
              <a:solidFill>
                <a:schemeClr val="bg1"/>
              </a:solidFill>
              <a:latin typeface="Cantarell Regular" pitchFamily="50" charset="0"/>
            </a:endParaRPr>
          </a:p>
          <a:p>
            <a:r>
              <a:rPr lang="hu-HU" dirty="0">
                <a:solidFill>
                  <a:schemeClr val="bg1"/>
                </a:solidFill>
                <a:latin typeface="Cantarell Regular" pitchFamily="50" charset="0"/>
              </a:rPr>
              <a:t>Online shopping oppourtunity which boosts sales </a:t>
            </a:r>
            <a:endParaRPr lang="hu-HU" dirty="0">
              <a:solidFill>
                <a:schemeClr val="bg1"/>
              </a:solidFill>
              <a:latin typeface="Cantarell Regular" pitchFamily="50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71450"/>
            <a:ext cx="10515600" cy="1325563"/>
          </a:xfrm>
        </p:spPr>
        <p:txBody>
          <a:bodyPr/>
          <a:p>
            <a:r>
              <a:rPr lang="hu-HU" altLang="en-US">
                <a:solidFill>
                  <a:schemeClr val="bg1"/>
                </a:solidFill>
              </a:rPr>
              <a:t>Design plan</a:t>
            </a:r>
            <a:endParaRPr lang="hu-HU" altLang="en-US">
              <a:solidFill>
                <a:schemeClr val="bg1"/>
              </a:solidFill>
            </a:endParaRPr>
          </a:p>
        </p:txBody>
      </p:sp>
      <p:pic>
        <p:nvPicPr>
          <p:cNvPr id="4" name="Picture 3" descr="ChatGPT Image 2026. jan. 7. 11_15_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1475" y="1689735"/>
            <a:ext cx="2752090" cy="4128770"/>
          </a:xfrm>
          <a:prstGeom prst="rect">
            <a:avLst/>
          </a:prstGeom>
        </p:spPr>
      </p:pic>
      <p:pic>
        <p:nvPicPr>
          <p:cNvPr id="5" name="Picture 4" descr="tormafi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850" y="1287780"/>
            <a:ext cx="2971165" cy="5479415"/>
          </a:xfrm>
          <a:prstGeom prst="rect">
            <a:avLst/>
          </a:prstGeom>
        </p:spPr>
      </p:pic>
      <p:pic>
        <p:nvPicPr>
          <p:cNvPr id="6" name="Picture 5" descr="tormake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3775" y="1691005"/>
            <a:ext cx="2752090" cy="4128135"/>
          </a:xfrm>
          <a:prstGeom prst="rect">
            <a:avLst/>
          </a:prstGeom>
        </p:spPr>
      </p:pic>
      <p:pic>
        <p:nvPicPr>
          <p:cNvPr id="7" name="Picture 6" descr="tormakep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7625" y="1689100"/>
            <a:ext cx="2752090" cy="41294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hu-HU" altLang="en-US">
                <a:solidFill>
                  <a:schemeClr val="bg1"/>
                </a:solidFill>
              </a:rPr>
              <a:t>Jira &amp; Git - Project management</a:t>
            </a:r>
            <a:endParaRPr lang="hu-HU" altLang="en-US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hu-HU" altLang="en-US">
                <a:solidFill>
                  <a:schemeClr val="bg1"/>
                </a:solidFill>
              </a:rPr>
              <a:t>We are still working on this feature, but the design and concept are already defined.</a:t>
            </a:r>
            <a:endParaRPr lang="hu-HU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Cantarell" pitchFamily="50" charset="0"/>
              </a:rPr>
              <a:t>Technologies used:</a:t>
            </a:r>
            <a:endParaRPr lang="hu-HU" dirty="0">
              <a:solidFill>
                <a:schemeClr val="bg1"/>
              </a:solidFill>
              <a:latin typeface="Cantarell" pitchFamily="50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Cantarell Regular" pitchFamily="50" charset="0"/>
              </a:rPr>
              <a:t>Scrum – Trackable deadlines  </a:t>
            </a:r>
            <a:endParaRPr lang="hu-HU" dirty="0">
              <a:solidFill>
                <a:schemeClr val="bg1"/>
              </a:solidFill>
              <a:latin typeface="Cantarell Regular" pitchFamily="50" charset="0"/>
            </a:endParaRPr>
          </a:p>
          <a:p>
            <a:endParaRPr lang="hu-HU" dirty="0">
              <a:solidFill>
                <a:schemeClr val="bg1"/>
              </a:solidFill>
              <a:latin typeface="Cantarell Regular" pitchFamily="50" charset="0"/>
            </a:endParaRPr>
          </a:p>
          <a:p>
            <a:r>
              <a:rPr lang="hu-HU">
                <a:solidFill>
                  <a:schemeClr val="bg1"/>
                </a:solidFill>
                <a:latin typeface="Cantarell Regular" pitchFamily="50" charset="0"/>
              </a:rPr>
              <a:t>Jira – Timelines, Task tracking</a:t>
            </a:r>
            <a:endParaRPr lang="hu-HU" dirty="0">
              <a:solidFill>
                <a:schemeClr val="bg1"/>
              </a:solidFill>
              <a:latin typeface="Cantarell Regular" pitchFamily="50" charset="0"/>
            </a:endParaRPr>
          </a:p>
          <a:p>
            <a:endParaRPr lang="hu-HU" dirty="0">
              <a:solidFill>
                <a:schemeClr val="bg1"/>
              </a:solidFill>
              <a:latin typeface="Cantarell Regular" pitchFamily="50" charset="0"/>
            </a:endParaRPr>
          </a:p>
          <a:p>
            <a:r>
              <a:rPr lang="hu-HU" dirty="0">
                <a:solidFill>
                  <a:schemeClr val="bg1"/>
                </a:solidFill>
                <a:latin typeface="Cantarell Regular" pitchFamily="50" charset="0"/>
              </a:rPr>
              <a:t>Git – Version controller </a:t>
            </a:r>
            <a:endParaRPr lang="hu-HU" dirty="0">
              <a:solidFill>
                <a:schemeClr val="bg1"/>
              </a:solidFill>
              <a:latin typeface="Cantarell Regular" pitchFamily="50" charset="0"/>
            </a:endParaRPr>
          </a:p>
          <a:p>
            <a:endParaRPr lang="hu-HU" dirty="0">
              <a:solidFill>
                <a:schemeClr val="bg1"/>
              </a:solidFill>
              <a:latin typeface="Cantarell Regular" pitchFamily="50" charset="0"/>
            </a:endParaRPr>
          </a:p>
          <a:p>
            <a:r>
              <a:rPr lang="hu-HU" dirty="0">
                <a:solidFill>
                  <a:schemeClr val="bg1"/>
                </a:solidFill>
                <a:latin typeface="Cantarell Regular" pitchFamily="50" charset="0"/>
              </a:rPr>
              <a:t>Discord – Team communication</a:t>
            </a:r>
            <a:br>
              <a:rPr lang="hu-HU" dirty="0">
                <a:solidFill>
                  <a:schemeClr val="bg1"/>
                </a:solidFill>
                <a:latin typeface="Cantarell Regular" pitchFamily="50" charset="0"/>
              </a:rPr>
            </a:br>
            <a:br>
              <a:rPr lang="hu-HU" dirty="0">
                <a:solidFill>
                  <a:schemeClr val="bg1"/>
                </a:solidFill>
                <a:latin typeface="Cantarell Regular" pitchFamily="50" charset="0"/>
              </a:rPr>
            </a:br>
            <a:endParaRPr lang="hu-HU" dirty="0">
              <a:solidFill>
                <a:schemeClr val="bg1"/>
              </a:solidFill>
              <a:latin typeface="Cantarell Regular" pitchFamily="50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hu-HU" altLang="en-US">
                <a:solidFill>
                  <a:schemeClr val="bg1"/>
                </a:solidFill>
              </a:rPr>
              <a:t>Testing</a:t>
            </a:r>
            <a:endParaRPr lang="hu-HU" altLang="en-US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hu-HU" altLang="en-US">
                <a:solidFill>
                  <a:schemeClr val="bg1"/>
                </a:solidFill>
              </a:rPr>
              <a:t>Screenshot of the testing documentation will be added here.</a:t>
            </a:r>
            <a:endParaRPr lang="hu-HU" altLang="en-US">
              <a:solidFill>
                <a:schemeClr val="bg1"/>
              </a:solidFill>
            </a:endParaRPr>
          </a:p>
          <a:p>
            <a:r>
              <a:rPr lang="hu-HU" altLang="en-US">
                <a:solidFill>
                  <a:schemeClr val="bg1"/>
                </a:solidFill>
              </a:rPr>
              <a:t>Testing is planned and will be performed in a later phase of the project.</a:t>
            </a:r>
            <a:endParaRPr lang="hu-HU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hu-HU" altLang="en-US">
                <a:solidFill>
                  <a:schemeClr val="bg1"/>
                </a:solidFill>
              </a:rPr>
              <a:t>Live design</a:t>
            </a:r>
            <a:endParaRPr lang="hu-HU" altLang="en-US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hu-HU" altLang="en-US">
                <a:solidFill>
                  <a:schemeClr val="bg1"/>
                </a:solidFill>
              </a:rPr>
              <a:t>Live design preview will be added here.</a:t>
            </a:r>
            <a:endParaRPr lang="hu-HU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hu-HU" altLang="en-US">
                <a:solidFill>
                  <a:schemeClr val="bg1"/>
                </a:solidFill>
              </a:rPr>
              <a:t>Future plans</a:t>
            </a:r>
            <a:endParaRPr lang="hu-HU" altLang="en-US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hu-HU" altLang="en-US">
                <a:solidFill>
                  <a:schemeClr val="bg1"/>
                </a:solidFill>
              </a:rPr>
              <a:t>Expand the project with new features and improvements</a:t>
            </a:r>
            <a:endParaRPr lang="hu-HU" altLang="en-US">
              <a:solidFill>
                <a:schemeClr val="bg1"/>
              </a:solidFill>
            </a:endParaRPr>
          </a:p>
          <a:p>
            <a:r>
              <a:rPr lang="hu-HU" altLang="en-US">
                <a:solidFill>
                  <a:schemeClr val="bg1"/>
                </a:solidFill>
              </a:rPr>
              <a:t>Gather and incorporate user feedback</a:t>
            </a:r>
            <a:endParaRPr lang="hu-HU" altLang="en-US">
              <a:solidFill>
                <a:schemeClr val="bg1"/>
              </a:solidFill>
            </a:endParaRPr>
          </a:p>
          <a:p>
            <a:r>
              <a:rPr lang="hu-HU" altLang="en-US">
                <a:solidFill>
                  <a:schemeClr val="bg1"/>
                </a:solidFill>
              </a:rPr>
              <a:t>Ensure long.term maintenance and update</a:t>
            </a:r>
            <a:endParaRPr lang="hu-HU" altLang="en-US">
              <a:solidFill>
                <a:schemeClr val="bg1"/>
              </a:solidFill>
            </a:endParaRPr>
          </a:p>
          <a:p>
            <a:r>
              <a:rPr lang="hu-HU" altLang="en-US">
                <a:solidFill>
                  <a:schemeClr val="bg1"/>
                </a:solidFill>
              </a:rPr>
              <a:t>Explore related projects or reserch opportunities</a:t>
            </a:r>
            <a:endParaRPr lang="hu-HU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1123</Words>
  <Application>WPS Presentation</Application>
  <PresentationFormat>Widescreen</PresentationFormat>
  <Paragraphs>64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6" baseType="lpstr">
      <vt:lpstr>Arial</vt:lpstr>
      <vt:lpstr>SimSun</vt:lpstr>
      <vt:lpstr>Wingdings</vt:lpstr>
      <vt:lpstr>Cantarell Classified</vt:lpstr>
      <vt:lpstr>Cantarell Regular</vt:lpstr>
      <vt:lpstr>苹方-简</vt:lpstr>
      <vt:lpstr>Cantarell</vt:lpstr>
      <vt:lpstr>Microsoft YaHei</vt:lpstr>
      <vt:lpstr>汉仪旗黑</vt:lpstr>
      <vt:lpstr>Arial Unicode MS</vt:lpstr>
      <vt:lpstr>Aptos Display</vt:lpstr>
      <vt:lpstr>Helvetica Neue</vt:lpstr>
      <vt:lpstr>Aptos</vt:lpstr>
      <vt:lpstr>Calibri</vt:lpstr>
      <vt:lpstr>宋体-简</vt:lpstr>
      <vt:lpstr>Office Theme</vt:lpstr>
      <vt:lpstr>TORMA Biztonságtechnika</vt:lpstr>
      <vt:lpstr>Teamwork </vt:lpstr>
      <vt:lpstr>The Problem</vt:lpstr>
      <vt:lpstr>Our solution</vt:lpstr>
      <vt:lpstr>PowerPoint 演示文稿</vt:lpstr>
      <vt:lpstr>PowerPoint 演示文稿</vt:lpstr>
      <vt:lpstr>Technologies used: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Ákos Gonda</dc:creator>
  <cp:lastModifiedBy>tormaeniko</cp:lastModifiedBy>
  <cp:revision>11</cp:revision>
  <dcterms:created xsi:type="dcterms:W3CDTF">2026-01-07T10:35:40Z</dcterms:created>
  <dcterms:modified xsi:type="dcterms:W3CDTF">2026-01-07T10:35:40Z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114C7DDF4C91736FB0325E697EEB9775_42</vt:lpwstr>
  </property>
  <property fmtid="{D5CDD505-2E9C-101B-9397-08002B2CF9AE}" pid="3" name="KSOProductBuildVer">
    <vt:lpwstr>1033-12.1.23152.23152</vt:lpwstr>
  </property>
</Properties>
</file>