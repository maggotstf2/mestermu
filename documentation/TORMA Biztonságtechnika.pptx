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ntarell" panose="020B0604020202020204" charset="0"/>
      <p:bold r:id="rId12"/>
    </p:embeddedFont>
    <p:embeddedFont>
      <p:font typeface="Cantarell Classified" panose="020B0604020202020204" charset="0"/>
      <p:regular r:id="rId13"/>
      <p:bold r:id="rId14"/>
    </p:embeddedFont>
    <p:embeddedFont>
      <p:font typeface="Cantarell Regular" panose="02000803000000000000" pitchFamily="50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078"/>
    <a:srgbClr val="FEFCFB"/>
    <a:srgbClr val="0E2841"/>
    <a:srgbClr val="001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74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B72906-F5FD-4081-AB3F-1CC236DB5D1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EA24CAD-613F-48E5-82BF-9D741939DAB8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Czéh Szabolcs – Backend</a:t>
          </a:r>
          <a:endParaRPr lang="en-US">
            <a:latin typeface="Cantarell Regular" pitchFamily="50" charset="0"/>
          </a:endParaRPr>
        </a:p>
      </dgm:t>
    </dgm:pt>
    <dgm:pt modelId="{2CC54899-04E6-4038-8914-46D383513175}" type="parTrans" cxnId="{E8ECB323-45DA-4483-9047-8BFB43FFD83D}">
      <dgm:prSet/>
      <dgm:spPr/>
      <dgm:t>
        <a:bodyPr/>
        <a:lstStyle/>
        <a:p>
          <a:endParaRPr lang="en-US"/>
        </a:p>
      </dgm:t>
    </dgm:pt>
    <dgm:pt modelId="{953A68DC-744E-462B-A72B-C8C6B7678142}" type="sibTrans" cxnId="{E8ECB323-45DA-4483-9047-8BFB43FFD83D}">
      <dgm:prSet/>
      <dgm:spPr/>
      <dgm:t>
        <a:bodyPr/>
        <a:lstStyle/>
        <a:p>
          <a:endParaRPr lang="en-US"/>
        </a:p>
      </dgm:t>
    </dgm:pt>
    <dgm:pt modelId="{867676FA-4A67-46BC-ADDC-0092087D8EDB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Gonda Ákos – Database, Documentation</a:t>
          </a:r>
          <a:endParaRPr lang="en-US">
            <a:latin typeface="Cantarell Regular" pitchFamily="50" charset="0"/>
          </a:endParaRPr>
        </a:p>
      </dgm:t>
    </dgm:pt>
    <dgm:pt modelId="{7B7843BB-FE60-48BE-BE16-E9D7BAF8E3D7}" type="parTrans" cxnId="{66607867-846F-42EE-ABA1-4A06F99769DD}">
      <dgm:prSet/>
      <dgm:spPr/>
      <dgm:t>
        <a:bodyPr/>
        <a:lstStyle/>
        <a:p>
          <a:endParaRPr lang="en-US"/>
        </a:p>
      </dgm:t>
    </dgm:pt>
    <dgm:pt modelId="{15096295-D442-4E0E-A00B-E5E256B1DC56}" type="sibTrans" cxnId="{66607867-846F-42EE-ABA1-4A06F99769DD}">
      <dgm:prSet/>
      <dgm:spPr/>
      <dgm:t>
        <a:bodyPr/>
        <a:lstStyle/>
        <a:p>
          <a:endParaRPr lang="en-US"/>
        </a:p>
      </dgm:t>
    </dgm:pt>
    <dgm:pt modelId="{3BE5D015-EFD2-4B24-87A4-6FE9434B9BAA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Torma Enikő – Frontend </a:t>
          </a:r>
          <a:endParaRPr lang="en-US">
            <a:latin typeface="Cantarell Regular" pitchFamily="50" charset="0"/>
          </a:endParaRPr>
        </a:p>
      </dgm:t>
    </dgm:pt>
    <dgm:pt modelId="{44AD74C0-4271-4777-953D-DA6381DBF279}" type="parTrans" cxnId="{E647EA59-4051-4F56-8ABE-15F3D0F8F1F9}">
      <dgm:prSet/>
      <dgm:spPr/>
      <dgm:t>
        <a:bodyPr/>
        <a:lstStyle/>
        <a:p>
          <a:endParaRPr lang="en-US"/>
        </a:p>
      </dgm:t>
    </dgm:pt>
    <dgm:pt modelId="{163BD058-96C9-4046-90A2-62EDF199250C}" type="sibTrans" cxnId="{E647EA59-4051-4F56-8ABE-15F3D0F8F1F9}">
      <dgm:prSet/>
      <dgm:spPr/>
      <dgm:t>
        <a:bodyPr/>
        <a:lstStyle/>
        <a:p>
          <a:endParaRPr lang="en-US"/>
        </a:p>
      </dgm:t>
    </dgm:pt>
    <dgm:pt modelId="{07A2C1B4-1FFF-4A2F-9A4C-48A7701976F7}" type="pres">
      <dgm:prSet presAssocID="{5FB72906-F5FD-4081-AB3F-1CC236DB5D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14608B-BBFE-4DE3-80C1-68679B815EDF}" type="pres">
      <dgm:prSet presAssocID="{3EA24CAD-613F-48E5-82BF-9D741939DAB8}" presName="hierRoot1" presStyleCnt="0"/>
      <dgm:spPr/>
    </dgm:pt>
    <dgm:pt modelId="{560A5809-B9D5-4DDA-943E-16A359E28740}" type="pres">
      <dgm:prSet presAssocID="{3EA24CAD-613F-48E5-82BF-9D741939DAB8}" presName="composite" presStyleCnt="0"/>
      <dgm:spPr/>
    </dgm:pt>
    <dgm:pt modelId="{ADD61E59-DEA5-4253-B6D1-ED3525B25599}" type="pres">
      <dgm:prSet presAssocID="{3EA24CAD-613F-48E5-82BF-9D741939DAB8}" presName="background" presStyleLbl="node0" presStyleIdx="0" presStyleCnt="3"/>
      <dgm:spPr>
        <a:solidFill>
          <a:srgbClr val="0E2841"/>
        </a:solidFill>
      </dgm:spPr>
    </dgm:pt>
    <dgm:pt modelId="{14D0D34B-7C9B-4521-8EAA-FD0752FF6FAD}" type="pres">
      <dgm:prSet presAssocID="{3EA24CAD-613F-48E5-82BF-9D741939DAB8}" presName="text" presStyleLbl="fgAcc0" presStyleIdx="0" presStyleCnt="3">
        <dgm:presLayoutVars>
          <dgm:chPref val="3"/>
        </dgm:presLayoutVars>
      </dgm:prSet>
      <dgm:spPr/>
    </dgm:pt>
    <dgm:pt modelId="{5F0883F1-CDD7-47DD-96D5-8FC8B7F6B600}" type="pres">
      <dgm:prSet presAssocID="{3EA24CAD-613F-48E5-82BF-9D741939DAB8}" presName="hierChild2" presStyleCnt="0"/>
      <dgm:spPr/>
    </dgm:pt>
    <dgm:pt modelId="{7728A030-CA82-4B09-AA14-6B65172A7957}" type="pres">
      <dgm:prSet presAssocID="{867676FA-4A67-46BC-ADDC-0092087D8EDB}" presName="hierRoot1" presStyleCnt="0"/>
      <dgm:spPr/>
    </dgm:pt>
    <dgm:pt modelId="{90297166-BFE0-4F36-BC74-B88B702C0792}" type="pres">
      <dgm:prSet presAssocID="{867676FA-4A67-46BC-ADDC-0092087D8EDB}" presName="composite" presStyleCnt="0"/>
      <dgm:spPr/>
    </dgm:pt>
    <dgm:pt modelId="{7ED99D48-C759-4909-A549-7A91E3F7BD8D}" type="pres">
      <dgm:prSet presAssocID="{867676FA-4A67-46BC-ADDC-0092087D8EDB}" presName="background" presStyleLbl="node0" presStyleIdx="1" presStyleCnt="3"/>
      <dgm:spPr/>
    </dgm:pt>
    <dgm:pt modelId="{9966FA85-DA97-48E8-9DDF-42E92ECF8E7F}" type="pres">
      <dgm:prSet presAssocID="{867676FA-4A67-46BC-ADDC-0092087D8EDB}" presName="text" presStyleLbl="fgAcc0" presStyleIdx="1" presStyleCnt="3">
        <dgm:presLayoutVars>
          <dgm:chPref val="3"/>
        </dgm:presLayoutVars>
      </dgm:prSet>
      <dgm:spPr/>
    </dgm:pt>
    <dgm:pt modelId="{94992B58-2189-4CE2-9E85-AEE69D24821A}" type="pres">
      <dgm:prSet presAssocID="{867676FA-4A67-46BC-ADDC-0092087D8EDB}" presName="hierChild2" presStyleCnt="0"/>
      <dgm:spPr/>
    </dgm:pt>
    <dgm:pt modelId="{E752A656-9632-496A-8994-FB3CFE26C810}" type="pres">
      <dgm:prSet presAssocID="{3BE5D015-EFD2-4B24-87A4-6FE9434B9BAA}" presName="hierRoot1" presStyleCnt="0"/>
      <dgm:spPr/>
    </dgm:pt>
    <dgm:pt modelId="{29E969AA-0DB5-4103-813C-4AB99870ECFE}" type="pres">
      <dgm:prSet presAssocID="{3BE5D015-EFD2-4B24-87A4-6FE9434B9BAA}" presName="composite" presStyleCnt="0"/>
      <dgm:spPr/>
    </dgm:pt>
    <dgm:pt modelId="{B1860CF0-6B00-4529-95CF-134165DAAD07}" type="pres">
      <dgm:prSet presAssocID="{3BE5D015-EFD2-4B24-87A4-6FE9434B9BAA}" presName="background" presStyleLbl="node0" presStyleIdx="2" presStyleCnt="3"/>
      <dgm:spPr/>
    </dgm:pt>
    <dgm:pt modelId="{9251C98A-512B-4A01-A2CE-B825A6331C2A}" type="pres">
      <dgm:prSet presAssocID="{3BE5D015-EFD2-4B24-87A4-6FE9434B9BAA}" presName="text" presStyleLbl="fgAcc0" presStyleIdx="2" presStyleCnt="3">
        <dgm:presLayoutVars>
          <dgm:chPref val="3"/>
        </dgm:presLayoutVars>
      </dgm:prSet>
      <dgm:spPr/>
    </dgm:pt>
    <dgm:pt modelId="{49C29CF6-9B4F-4D33-B3E9-1AA72017F5BB}" type="pres">
      <dgm:prSet presAssocID="{3BE5D015-EFD2-4B24-87A4-6FE9434B9BAA}" presName="hierChild2" presStyleCnt="0"/>
      <dgm:spPr/>
    </dgm:pt>
  </dgm:ptLst>
  <dgm:cxnLst>
    <dgm:cxn modelId="{E8ECB323-45DA-4483-9047-8BFB43FFD83D}" srcId="{5FB72906-F5FD-4081-AB3F-1CC236DB5D1E}" destId="{3EA24CAD-613F-48E5-82BF-9D741939DAB8}" srcOrd="0" destOrd="0" parTransId="{2CC54899-04E6-4038-8914-46D383513175}" sibTransId="{953A68DC-744E-462B-A72B-C8C6B7678142}"/>
    <dgm:cxn modelId="{84F4B842-9CF0-419F-AD02-A5D71CA77539}" type="presOf" srcId="{3BE5D015-EFD2-4B24-87A4-6FE9434B9BAA}" destId="{9251C98A-512B-4A01-A2CE-B825A6331C2A}" srcOrd="0" destOrd="0" presId="urn:microsoft.com/office/officeart/2005/8/layout/hierarchy1"/>
    <dgm:cxn modelId="{EAA54363-8147-4FA4-8844-265D3145A653}" type="presOf" srcId="{867676FA-4A67-46BC-ADDC-0092087D8EDB}" destId="{9966FA85-DA97-48E8-9DDF-42E92ECF8E7F}" srcOrd="0" destOrd="0" presId="urn:microsoft.com/office/officeart/2005/8/layout/hierarchy1"/>
    <dgm:cxn modelId="{66607867-846F-42EE-ABA1-4A06F99769DD}" srcId="{5FB72906-F5FD-4081-AB3F-1CC236DB5D1E}" destId="{867676FA-4A67-46BC-ADDC-0092087D8EDB}" srcOrd="1" destOrd="0" parTransId="{7B7843BB-FE60-48BE-BE16-E9D7BAF8E3D7}" sibTransId="{15096295-D442-4E0E-A00B-E5E256B1DC56}"/>
    <dgm:cxn modelId="{E647EA59-4051-4F56-8ABE-15F3D0F8F1F9}" srcId="{5FB72906-F5FD-4081-AB3F-1CC236DB5D1E}" destId="{3BE5D015-EFD2-4B24-87A4-6FE9434B9BAA}" srcOrd="2" destOrd="0" parTransId="{44AD74C0-4271-4777-953D-DA6381DBF279}" sibTransId="{163BD058-96C9-4046-90A2-62EDF199250C}"/>
    <dgm:cxn modelId="{7128F5EB-8D29-42D4-918C-2EC812765115}" type="presOf" srcId="{5FB72906-F5FD-4081-AB3F-1CC236DB5D1E}" destId="{07A2C1B4-1FFF-4A2F-9A4C-48A7701976F7}" srcOrd="0" destOrd="0" presId="urn:microsoft.com/office/officeart/2005/8/layout/hierarchy1"/>
    <dgm:cxn modelId="{86E7FFF5-4827-47E2-B200-DF3C1C1D06D3}" type="presOf" srcId="{3EA24CAD-613F-48E5-82BF-9D741939DAB8}" destId="{14D0D34B-7C9B-4521-8EAA-FD0752FF6FAD}" srcOrd="0" destOrd="0" presId="urn:microsoft.com/office/officeart/2005/8/layout/hierarchy1"/>
    <dgm:cxn modelId="{A0D12351-EF17-40CF-AEFD-F6A9496E9B19}" type="presParOf" srcId="{07A2C1B4-1FFF-4A2F-9A4C-48A7701976F7}" destId="{0214608B-BBFE-4DE3-80C1-68679B815EDF}" srcOrd="0" destOrd="0" presId="urn:microsoft.com/office/officeart/2005/8/layout/hierarchy1"/>
    <dgm:cxn modelId="{1B6D7A84-702C-4859-9BAB-DD2646EC868C}" type="presParOf" srcId="{0214608B-BBFE-4DE3-80C1-68679B815EDF}" destId="{560A5809-B9D5-4DDA-943E-16A359E28740}" srcOrd="0" destOrd="0" presId="urn:microsoft.com/office/officeart/2005/8/layout/hierarchy1"/>
    <dgm:cxn modelId="{2AA2557F-EEC5-4B47-8078-E5AE100C1478}" type="presParOf" srcId="{560A5809-B9D5-4DDA-943E-16A359E28740}" destId="{ADD61E59-DEA5-4253-B6D1-ED3525B25599}" srcOrd="0" destOrd="0" presId="urn:microsoft.com/office/officeart/2005/8/layout/hierarchy1"/>
    <dgm:cxn modelId="{04D0A3C0-FAE0-4208-9520-E4040C8EC276}" type="presParOf" srcId="{560A5809-B9D5-4DDA-943E-16A359E28740}" destId="{14D0D34B-7C9B-4521-8EAA-FD0752FF6FAD}" srcOrd="1" destOrd="0" presId="urn:microsoft.com/office/officeart/2005/8/layout/hierarchy1"/>
    <dgm:cxn modelId="{012FDE78-AF83-4E4D-B49C-DAF3F6B3BAFD}" type="presParOf" srcId="{0214608B-BBFE-4DE3-80C1-68679B815EDF}" destId="{5F0883F1-CDD7-47DD-96D5-8FC8B7F6B600}" srcOrd="1" destOrd="0" presId="urn:microsoft.com/office/officeart/2005/8/layout/hierarchy1"/>
    <dgm:cxn modelId="{43A94C47-0CC0-493E-A62B-60696931EE05}" type="presParOf" srcId="{07A2C1B4-1FFF-4A2F-9A4C-48A7701976F7}" destId="{7728A030-CA82-4B09-AA14-6B65172A7957}" srcOrd="1" destOrd="0" presId="urn:microsoft.com/office/officeart/2005/8/layout/hierarchy1"/>
    <dgm:cxn modelId="{EE65397C-BD31-46EC-A4D6-3A7CFA8BEE91}" type="presParOf" srcId="{7728A030-CA82-4B09-AA14-6B65172A7957}" destId="{90297166-BFE0-4F36-BC74-B88B702C0792}" srcOrd="0" destOrd="0" presId="urn:microsoft.com/office/officeart/2005/8/layout/hierarchy1"/>
    <dgm:cxn modelId="{77BBA983-7169-4A0D-A4DA-59F111AFBEE2}" type="presParOf" srcId="{90297166-BFE0-4F36-BC74-B88B702C0792}" destId="{7ED99D48-C759-4909-A549-7A91E3F7BD8D}" srcOrd="0" destOrd="0" presId="urn:microsoft.com/office/officeart/2005/8/layout/hierarchy1"/>
    <dgm:cxn modelId="{FB1D6CE3-550A-404C-B3C7-B2A9AA2AA734}" type="presParOf" srcId="{90297166-BFE0-4F36-BC74-B88B702C0792}" destId="{9966FA85-DA97-48E8-9DDF-42E92ECF8E7F}" srcOrd="1" destOrd="0" presId="urn:microsoft.com/office/officeart/2005/8/layout/hierarchy1"/>
    <dgm:cxn modelId="{DE2F79C8-158B-40B3-AB3B-E1390D11808E}" type="presParOf" srcId="{7728A030-CA82-4B09-AA14-6B65172A7957}" destId="{94992B58-2189-4CE2-9E85-AEE69D24821A}" srcOrd="1" destOrd="0" presId="urn:microsoft.com/office/officeart/2005/8/layout/hierarchy1"/>
    <dgm:cxn modelId="{5046D1E6-29BA-49A9-810E-DF8745FE7C5A}" type="presParOf" srcId="{07A2C1B4-1FFF-4A2F-9A4C-48A7701976F7}" destId="{E752A656-9632-496A-8994-FB3CFE26C810}" srcOrd="2" destOrd="0" presId="urn:microsoft.com/office/officeart/2005/8/layout/hierarchy1"/>
    <dgm:cxn modelId="{FAF2D28E-2A80-4D3B-83A0-8B4FEBB3314B}" type="presParOf" srcId="{E752A656-9632-496A-8994-FB3CFE26C810}" destId="{29E969AA-0DB5-4103-813C-4AB99870ECFE}" srcOrd="0" destOrd="0" presId="urn:microsoft.com/office/officeart/2005/8/layout/hierarchy1"/>
    <dgm:cxn modelId="{7A855003-1B0B-4F6A-9B62-E16C7F7DA47F}" type="presParOf" srcId="{29E969AA-0DB5-4103-813C-4AB99870ECFE}" destId="{B1860CF0-6B00-4529-95CF-134165DAAD07}" srcOrd="0" destOrd="0" presId="urn:microsoft.com/office/officeart/2005/8/layout/hierarchy1"/>
    <dgm:cxn modelId="{C6517BD3-E46B-498E-BF64-359D4EBFE389}" type="presParOf" srcId="{29E969AA-0DB5-4103-813C-4AB99870ECFE}" destId="{9251C98A-512B-4A01-A2CE-B825A6331C2A}" srcOrd="1" destOrd="0" presId="urn:microsoft.com/office/officeart/2005/8/layout/hierarchy1"/>
    <dgm:cxn modelId="{3303522E-61D4-4E28-9D50-23BF45DA5FB3}" type="presParOf" srcId="{E752A656-9632-496A-8994-FB3CFE26C810}" destId="{49C29CF6-9B4F-4D33-B3E9-1AA72017F5B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D9417C-12D6-4216-A35F-EE9237201229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670A34B-3246-457C-A6BF-5065CBB5B313}">
      <dgm:prSet/>
      <dgm:spPr>
        <a:ln>
          <a:solidFill>
            <a:srgbClr val="0E2841"/>
          </a:solidFill>
        </a:ln>
      </dgm:spPr>
      <dgm:t>
        <a:bodyPr/>
        <a:lstStyle/>
        <a:p>
          <a:r>
            <a:rPr lang="hu-HU">
              <a:latin typeface="Cantarell Regular" pitchFamily="50" charset="0"/>
            </a:rPr>
            <a:t>Torma Security Ltd.’s website is outdated.</a:t>
          </a:r>
          <a:endParaRPr lang="en-US">
            <a:latin typeface="Cantarell Regular" pitchFamily="50" charset="0"/>
          </a:endParaRPr>
        </a:p>
      </dgm:t>
    </dgm:pt>
    <dgm:pt modelId="{E240CED0-B6AA-4ED5-A579-7D08E59E74FD}" type="parTrans" cxnId="{EE98E065-0490-4C39-9C67-791DC9959D81}">
      <dgm:prSet/>
      <dgm:spPr/>
      <dgm:t>
        <a:bodyPr/>
        <a:lstStyle/>
        <a:p>
          <a:endParaRPr lang="en-US"/>
        </a:p>
      </dgm:t>
    </dgm:pt>
    <dgm:pt modelId="{FC470CD4-6F5A-4976-8773-8B3BA2D416FB}" type="sibTrans" cxnId="{EE98E065-0490-4C39-9C67-791DC9959D81}">
      <dgm:prSet/>
      <dgm:spPr/>
      <dgm:t>
        <a:bodyPr/>
        <a:lstStyle/>
        <a:p>
          <a:endParaRPr lang="en-US"/>
        </a:p>
      </dgm:t>
    </dgm:pt>
    <dgm:pt modelId="{5F6F6B56-20A9-4038-BD14-EA2FDF92DAA4}">
      <dgm:prSet/>
      <dgm:spPr>
        <a:ln>
          <a:solidFill>
            <a:srgbClr val="0E2841"/>
          </a:solidFill>
        </a:ln>
      </dgm:spPr>
      <dgm:t>
        <a:bodyPr/>
        <a:lstStyle/>
        <a:p>
          <a:r>
            <a:rPr lang="hu-HU">
              <a:latin typeface="Cantarell Regular" pitchFamily="50" charset="0"/>
            </a:rPr>
            <a:t>Customers don’t usually know what they need.</a:t>
          </a:r>
          <a:endParaRPr lang="en-US">
            <a:latin typeface="Cantarell Regular" pitchFamily="50" charset="0"/>
          </a:endParaRPr>
        </a:p>
      </dgm:t>
    </dgm:pt>
    <dgm:pt modelId="{78C7E8ED-22DE-4AAC-960B-41AC606DB753}" type="parTrans" cxnId="{EF9C59DA-1722-4717-A4AC-A2FC69C35A53}">
      <dgm:prSet/>
      <dgm:spPr/>
      <dgm:t>
        <a:bodyPr/>
        <a:lstStyle/>
        <a:p>
          <a:endParaRPr lang="en-US"/>
        </a:p>
      </dgm:t>
    </dgm:pt>
    <dgm:pt modelId="{67977102-BECF-4288-BB7F-332EBB0D0015}" type="sibTrans" cxnId="{EF9C59DA-1722-4717-A4AC-A2FC69C35A53}">
      <dgm:prSet/>
      <dgm:spPr/>
      <dgm:t>
        <a:bodyPr/>
        <a:lstStyle/>
        <a:p>
          <a:endParaRPr lang="en-US"/>
        </a:p>
      </dgm:t>
    </dgm:pt>
    <dgm:pt modelId="{341CA6B4-671E-4CF4-8F6C-B14E8DA368A7}">
      <dgm:prSet/>
      <dgm:spPr>
        <a:ln>
          <a:solidFill>
            <a:srgbClr val="0E2841"/>
          </a:solidFill>
        </a:ln>
      </dgm:spPr>
      <dgm:t>
        <a:bodyPr/>
        <a:lstStyle/>
        <a:p>
          <a:r>
            <a:rPr lang="hu-HU">
              <a:latin typeface="Cantarell Regular" pitchFamily="50" charset="0"/>
            </a:rPr>
            <a:t>Hard to get an appointment.</a:t>
          </a:r>
          <a:endParaRPr lang="en-US">
            <a:latin typeface="Cantarell Regular" pitchFamily="50" charset="0"/>
          </a:endParaRPr>
        </a:p>
      </dgm:t>
    </dgm:pt>
    <dgm:pt modelId="{437F0981-C730-4D5B-B8FE-082CF05BE0C6}" type="parTrans" cxnId="{D3E69FC5-5F2D-4930-9618-C70AB01E3AE2}">
      <dgm:prSet/>
      <dgm:spPr/>
      <dgm:t>
        <a:bodyPr/>
        <a:lstStyle/>
        <a:p>
          <a:endParaRPr lang="en-US"/>
        </a:p>
      </dgm:t>
    </dgm:pt>
    <dgm:pt modelId="{C59BCD5E-F490-409F-9C00-E0EB75995A9D}" type="sibTrans" cxnId="{D3E69FC5-5F2D-4930-9618-C70AB01E3AE2}">
      <dgm:prSet/>
      <dgm:spPr/>
      <dgm:t>
        <a:bodyPr/>
        <a:lstStyle/>
        <a:p>
          <a:endParaRPr lang="en-US"/>
        </a:p>
      </dgm:t>
    </dgm:pt>
    <dgm:pt modelId="{D2219505-5A14-41FD-966A-86047512BBAE}">
      <dgm:prSet/>
      <dgm:spPr>
        <a:ln>
          <a:solidFill>
            <a:srgbClr val="0E2841"/>
          </a:solidFill>
        </a:ln>
      </dgm:spPr>
      <dgm:t>
        <a:bodyPr/>
        <a:lstStyle/>
        <a:p>
          <a:r>
            <a:rPr lang="hu-HU">
              <a:latin typeface="Cantarell Regular" pitchFamily="50" charset="0"/>
            </a:rPr>
            <a:t>No online presence</a:t>
          </a:r>
          <a:endParaRPr lang="en-US">
            <a:latin typeface="Cantarell Regular" pitchFamily="50" charset="0"/>
          </a:endParaRPr>
        </a:p>
      </dgm:t>
    </dgm:pt>
    <dgm:pt modelId="{5C2038A6-085E-422C-9799-3E657D7074DD}" type="parTrans" cxnId="{677BF1C8-3305-4869-9002-B99A050B8149}">
      <dgm:prSet/>
      <dgm:spPr/>
      <dgm:t>
        <a:bodyPr/>
        <a:lstStyle/>
        <a:p>
          <a:endParaRPr lang="en-US"/>
        </a:p>
      </dgm:t>
    </dgm:pt>
    <dgm:pt modelId="{1A3F3EE3-F399-4CCC-B6BE-B87CC012E5A6}" type="sibTrans" cxnId="{677BF1C8-3305-4869-9002-B99A050B8149}">
      <dgm:prSet/>
      <dgm:spPr/>
      <dgm:t>
        <a:bodyPr/>
        <a:lstStyle/>
        <a:p>
          <a:endParaRPr lang="en-US"/>
        </a:p>
      </dgm:t>
    </dgm:pt>
    <dgm:pt modelId="{C42CD70F-C551-41D1-8EE0-825833302F5E}" type="pres">
      <dgm:prSet presAssocID="{21D9417C-12D6-4216-A35F-EE92372012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4BAF96-2EA6-4C85-ADB7-02363C8FBD19}" type="pres">
      <dgm:prSet presAssocID="{1670A34B-3246-457C-A6BF-5065CBB5B313}" presName="hierRoot1" presStyleCnt="0"/>
      <dgm:spPr/>
    </dgm:pt>
    <dgm:pt modelId="{0A1C86AD-795D-4EAC-9DFC-AE5543EEEBAD}" type="pres">
      <dgm:prSet presAssocID="{1670A34B-3246-457C-A6BF-5065CBB5B313}" presName="composite" presStyleCnt="0"/>
      <dgm:spPr/>
    </dgm:pt>
    <dgm:pt modelId="{A980DC78-15A0-4E2E-ACB4-9C2EFBD2DA5F}" type="pres">
      <dgm:prSet presAssocID="{1670A34B-3246-457C-A6BF-5065CBB5B313}" presName="background" presStyleLbl="node0" presStyleIdx="0" presStyleCnt="4"/>
      <dgm:spPr>
        <a:solidFill>
          <a:srgbClr val="0E2841"/>
        </a:solidFill>
      </dgm:spPr>
    </dgm:pt>
    <dgm:pt modelId="{3201159C-B607-4EC0-9278-9A1321D13A22}" type="pres">
      <dgm:prSet presAssocID="{1670A34B-3246-457C-A6BF-5065CBB5B313}" presName="text" presStyleLbl="fgAcc0" presStyleIdx="0" presStyleCnt="4">
        <dgm:presLayoutVars>
          <dgm:chPref val="3"/>
        </dgm:presLayoutVars>
      </dgm:prSet>
      <dgm:spPr/>
    </dgm:pt>
    <dgm:pt modelId="{BAA39110-2F65-4718-8777-E894AEEC89BF}" type="pres">
      <dgm:prSet presAssocID="{1670A34B-3246-457C-A6BF-5065CBB5B313}" presName="hierChild2" presStyleCnt="0"/>
      <dgm:spPr/>
    </dgm:pt>
    <dgm:pt modelId="{CB996F94-242A-496C-98F2-EC878D0D3468}" type="pres">
      <dgm:prSet presAssocID="{5F6F6B56-20A9-4038-BD14-EA2FDF92DAA4}" presName="hierRoot1" presStyleCnt="0"/>
      <dgm:spPr/>
    </dgm:pt>
    <dgm:pt modelId="{B4CF04F8-3F5F-47F3-9D0F-75C2842DDE38}" type="pres">
      <dgm:prSet presAssocID="{5F6F6B56-20A9-4038-BD14-EA2FDF92DAA4}" presName="composite" presStyleCnt="0"/>
      <dgm:spPr/>
    </dgm:pt>
    <dgm:pt modelId="{B8A77985-6CC5-4092-9F10-D61171AE3E74}" type="pres">
      <dgm:prSet presAssocID="{5F6F6B56-20A9-4038-BD14-EA2FDF92DAA4}" presName="background" presStyleLbl="node0" presStyleIdx="1" presStyleCnt="4"/>
      <dgm:spPr>
        <a:solidFill>
          <a:srgbClr val="0E2841"/>
        </a:solidFill>
      </dgm:spPr>
    </dgm:pt>
    <dgm:pt modelId="{D908F053-851D-468D-A44D-C18E826FAED0}" type="pres">
      <dgm:prSet presAssocID="{5F6F6B56-20A9-4038-BD14-EA2FDF92DAA4}" presName="text" presStyleLbl="fgAcc0" presStyleIdx="1" presStyleCnt="4">
        <dgm:presLayoutVars>
          <dgm:chPref val="3"/>
        </dgm:presLayoutVars>
      </dgm:prSet>
      <dgm:spPr/>
    </dgm:pt>
    <dgm:pt modelId="{4F00CA91-50A2-447F-99A9-9B4EBCA614B7}" type="pres">
      <dgm:prSet presAssocID="{5F6F6B56-20A9-4038-BD14-EA2FDF92DAA4}" presName="hierChild2" presStyleCnt="0"/>
      <dgm:spPr/>
    </dgm:pt>
    <dgm:pt modelId="{B0A6FA3E-2198-411B-A411-8A4888F8B65F}" type="pres">
      <dgm:prSet presAssocID="{341CA6B4-671E-4CF4-8F6C-B14E8DA368A7}" presName="hierRoot1" presStyleCnt="0"/>
      <dgm:spPr/>
    </dgm:pt>
    <dgm:pt modelId="{60B556E4-F728-4753-B8C6-0E2C4B40C86C}" type="pres">
      <dgm:prSet presAssocID="{341CA6B4-671E-4CF4-8F6C-B14E8DA368A7}" presName="composite" presStyleCnt="0"/>
      <dgm:spPr/>
    </dgm:pt>
    <dgm:pt modelId="{E8BBC872-5268-4A58-8783-BD7A1E79DDB9}" type="pres">
      <dgm:prSet presAssocID="{341CA6B4-671E-4CF4-8F6C-B14E8DA368A7}" presName="background" presStyleLbl="node0" presStyleIdx="2" presStyleCnt="4"/>
      <dgm:spPr>
        <a:solidFill>
          <a:srgbClr val="0E2841"/>
        </a:solidFill>
      </dgm:spPr>
    </dgm:pt>
    <dgm:pt modelId="{E730F27B-8933-435B-8074-2E749707AB98}" type="pres">
      <dgm:prSet presAssocID="{341CA6B4-671E-4CF4-8F6C-B14E8DA368A7}" presName="text" presStyleLbl="fgAcc0" presStyleIdx="2" presStyleCnt="4">
        <dgm:presLayoutVars>
          <dgm:chPref val="3"/>
        </dgm:presLayoutVars>
      </dgm:prSet>
      <dgm:spPr/>
    </dgm:pt>
    <dgm:pt modelId="{249736FB-93D5-4D47-B4B9-2FA150E8642A}" type="pres">
      <dgm:prSet presAssocID="{341CA6B4-671E-4CF4-8F6C-B14E8DA368A7}" presName="hierChild2" presStyleCnt="0"/>
      <dgm:spPr/>
    </dgm:pt>
    <dgm:pt modelId="{0FD40FA2-DDE5-4F61-B103-DD38094B3788}" type="pres">
      <dgm:prSet presAssocID="{D2219505-5A14-41FD-966A-86047512BBAE}" presName="hierRoot1" presStyleCnt="0"/>
      <dgm:spPr/>
    </dgm:pt>
    <dgm:pt modelId="{2ECDC292-B6ED-4613-8C98-416C75B0E28F}" type="pres">
      <dgm:prSet presAssocID="{D2219505-5A14-41FD-966A-86047512BBAE}" presName="composite" presStyleCnt="0"/>
      <dgm:spPr/>
    </dgm:pt>
    <dgm:pt modelId="{4FF7A699-DD6C-4907-B116-7A11F4A7AF47}" type="pres">
      <dgm:prSet presAssocID="{D2219505-5A14-41FD-966A-86047512BBAE}" presName="background" presStyleLbl="node0" presStyleIdx="3" presStyleCnt="4"/>
      <dgm:spPr>
        <a:solidFill>
          <a:srgbClr val="0E2841"/>
        </a:solidFill>
      </dgm:spPr>
    </dgm:pt>
    <dgm:pt modelId="{DC44133B-BF4D-405A-8A25-71ECD7FF9E6F}" type="pres">
      <dgm:prSet presAssocID="{D2219505-5A14-41FD-966A-86047512BBAE}" presName="text" presStyleLbl="fgAcc0" presStyleIdx="3" presStyleCnt="4">
        <dgm:presLayoutVars>
          <dgm:chPref val="3"/>
        </dgm:presLayoutVars>
      </dgm:prSet>
      <dgm:spPr/>
    </dgm:pt>
    <dgm:pt modelId="{0745B4BE-EFE5-4C1C-9C31-EA7EBD81EA68}" type="pres">
      <dgm:prSet presAssocID="{D2219505-5A14-41FD-966A-86047512BBAE}" presName="hierChild2" presStyleCnt="0"/>
      <dgm:spPr/>
    </dgm:pt>
  </dgm:ptLst>
  <dgm:cxnLst>
    <dgm:cxn modelId="{A958D309-BAD0-4F9E-897E-2DC934DA4CBB}" type="presOf" srcId="{341CA6B4-671E-4CF4-8F6C-B14E8DA368A7}" destId="{E730F27B-8933-435B-8074-2E749707AB98}" srcOrd="0" destOrd="0" presId="urn:microsoft.com/office/officeart/2005/8/layout/hierarchy1"/>
    <dgm:cxn modelId="{5087490D-973D-453D-8218-ACEFC8D74A48}" type="presOf" srcId="{5F6F6B56-20A9-4038-BD14-EA2FDF92DAA4}" destId="{D908F053-851D-468D-A44D-C18E826FAED0}" srcOrd="0" destOrd="0" presId="urn:microsoft.com/office/officeart/2005/8/layout/hierarchy1"/>
    <dgm:cxn modelId="{4478F622-6F2D-4D13-A4EE-4B31070D81D2}" type="presOf" srcId="{21D9417C-12D6-4216-A35F-EE9237201229}" destId="{C42CD70F-C551-41D1-8EE0-825833302F5E}" srcOrd="0" destOrd="0" presId="urn:microsoft.com/office/officeart/2005/8/layout/hierarchy1"/>
    <dgm:cxn modelId="{9F56AB2D-51D7-4F2F-99B3-25208B453CBD}" type="presOf" srcId="{1670A34B-3246-457C-A6BF-5065CBB5B313}" destId="{3201159C-B607-4EC0-9278-9A1321D13A22}" srcOrd="0" destOrd="0" presId="urn:microsoft.com/office/officeart/2005/8/layout/hierarchy1"/>
    <dgm:cxn modelId="{2B62EC37-82AD-4DB5-AA9D-AA5E17243F95}" type="presOf" srcId="{D2219505-5A14-41FD-966A-86047512BBAE}" destId="{DC44133B-BF4D-405A-8A25-71ECD7FF9E6F}" srcOrd="0" destOrd="0" presId="urn:microsoft.com/office/officeart/2005/8/layout/hierarchy1"/>
    <dgm:cxn modelId="{EE98E065-0490-4C39-9C67-791DC9959D81}" srcId="{21D9417C-12D6-4216-A35F-EE9237201229}" destId="{1670A34B-3246-457C-A6BF-5065CBB5B313}" srcOrd="0" destOrd="0" parTransId="{E240CED0-B6AA-4ED5-A579-7D08E59E74FD}" sibTransId="{FC470CD4-6F5A-4976-8773-8B3BA2D416FB}"/>
    <dgm:cxn modelId="{D3E69FC5-5F2D-4930-9618-C70AB01E3AE2}" srcId="{21D9417C-12D6-4216-A35F-EE9237201229}" destId="{341CA6B4-671E-4CF4-8F6C-B14E8DA368A7}" srcOrd="2" destOrd="0" parTransId="{437F0981-C730-4D5B-B8FE-082CF05BE0C6}" sibTransId="{C59BCD5E-F490-409F-9C00-E0EB75995A9D}"/>
    <dgm:cxn modelId="{677BF1C8-3305-4869-9002-B99A050B8149}" srcId="{21D9417C-12D6-4216-A35F-EE9237201229}" destId="{D2219505-5A14-41FD-966A-86047512BBAE}" srcOrd="3" destOrd="0" parTransId="{5C2038A6-085E-422C-9799-3E657D7074DD}" sibTransId="{1A3F3EE3-F399-4CCC-B6BE-B87CC012E5A6}"/>
    <dgm:cxn modelId="{EF9C59DA-1722-4717-A4AC-A2FC69C35A53}" srcId="{21D9417C-12D6-4216-A35F-EE9237201229}" destId="{5F6F6B56-20A9-4038-BD14-EA2FDF92DAA4}" srcOrd="1" destOrd="0" parTransId="{78C7E8ED-22DE-4AAC-960B-41AC606DB753}" sibTransId="{67977102-BECF-4288-BB7F-332EBB0D0015}"/>
    <dgm:cxn modelId="{03638B10-D00D-441D-9266-AF69928F0D82}" type="presParOf" srcId="{C42CD70F-C551-41D1-8EE0-825833302F5E}" destId="{924BAF96-2EA6-4C85-ADB7-02363C8FBD19}" srcOrd="0" destOrd="0" presId="urn:microsoft.com/office/officeart/2005/8/layout/hierarchy1"/>
    <dgm:cxn modelId="{8C5AD2EF-7E19-4D11-94B9-B90999D21FB7}" type="presParOf" srcId="{924BAF96-2EA6-4C85-ADB7-02363C8FBD19}" destId="{0A1C86AD-795D-4EAC-9DFC-AE5543EEEBAD}" srcOrd="0" destOrd="0" presId="urn:microsoft.com/office/officeart/2005/8/layout/hierarchy1"/>
    <dgm:cxn modelId="{093C2CBE-8731-4539-89CA-C198A96B0FE6}" type="presParOf" srcId="{0A1C86AD-795D-4EAC-9DFC-AE5543EEEBAD}" destId="{A980DC78-15A0-4E2E-ACB4-9C2EFBD2DA5F}" srcOrd="0" destOrd="0" presId="urn:microsoft.com/office/officeart/2005/8/layout/hierarchy1"/>
    <dgm:cxn modelId="{E151405E-49F1-43BF-AE00-5D761C6AC964}" type="presParOf" srcId="{0A1C86AD-795D-4EAC-9DFC-AE5543EEEBAD}" destId="{3201159C-B607-4EC0-9278-9A1321D13A22}" srcOrd="1" destOrd="0" presId="urn:microsoft.com/office/officeart/2005/8/layout/hierarchy1"/>
    <dgm:cxn modelId="{8F2D9208-0C47-42D8-A06A-1E352F591B7B}" type="presParOf" srcId="{924BAF96-2EA6-4C85-ADB7-02363C8FBD19}" destId="{BAA39110-2F65-4718-8777-E894AEEC89BF}" srcOrd="1" destOrd="0" presId="urn:microsoft.com/office/officeart/2005/8/layout/hierarchy1"/>
    <dgm:cxn modelId="{ACCDD9D0-C3F9-4B3E-A04C-51200CF5FB54}" type="presParOf" srcId="{C42CD70F-C551-41D1-8EE0-825833302F5E}" destId="{CB996F94-242A-496C-98F2-EC878D0D3468}" srcOrd="1" destOrd="0" presId="urn:microsoft.com/office/officeart/2005/8/layout/hierarchy1"/>
    <dgm:cxn modelId="{A556B082-C19A-4685-ADED-25028368A0DD}" type="presParOf" srcId="{CB996F94-242A-496C-98F2-EC878D0D3468}" destId="{B4CF04F8-3F5F-47F3-9D0F-75C2842DDE38}" srcOrd="0" destOrd="0" presId="urn:microsoft.com/office/officeart/2005/8/layout/hierarchy1"/>
    <dgm:cxn modelId="{1D9BB418-1AE5-4FFD-BE32-8C9B4FB4905C}" type="presParOf" srcId="{B4CF04F8-3F5F-47F3-9D0F-75C2842DDE38}" destId="{B8A77985-6CC5-4092-9F10-D61171AE3E74}" srcOrd="0" destOrd="0" presId="urn:microsoft.com/office/officeart/2005/8/layout/hierarchy1"/>
    <dgm:cxn modelId="{5D9106E9-DB62-44E3-936F-D456A2FC5AB5}" type="presParOf" srcId="{B4CF04F8-3F5F-47F3-9D0F-75C2842DDE38}" destId="{D908F053-851D-468D-A44D-C18E826FAED0}" srcOrd="1" destOrd="0" presId="urn:microsoft.com/office/officeart/2005/8/layout/hierarchy1"/>
    <dgm:cxn modelId="{256996AE-82A9-4824-8326-15480D769B5A}" type="presParOf" srcId="{CB996F94-242A-496C-98F2-EC878D0D3468}" destId="{4F00CA91-50A2-447F-99A9-9B4EBCA614B7}" srcOrd="1" destOrd="0" presId="urn:microsoft.com/office/officeart/2005/8/layout/hierarchy1"/>
    <dgm:cxn modelId="{8B2D9174-8EF6-4893-A86F-8C10F8B51526}" type="presParOf" srcId="{C42CD70F-C551-41D1-8EE0-825833302F5E}" destId="{B0A6FA3E-2198-411B-A411-8A4888F8B65F}" srcOrd="2" destOrd="0" presId="urn:microsoft.com/office/officeart/2005/8/layout/hierarchy1"/>
    <dgm:cxn modelId="{13579EB5-3204-4DBF-A447-BF89E003E843}" type="presParOf" srcId="{B0A6FA3E-2198-411B-A411-8A4888F8B65F}" destId="{60B556E4-F728-4753-B8C6-0E2C4B40C86C}" srcOrd="0" destOrd="0" presId="urn:microsoft.com/office/officeart/2005/8/layout/hierarchy1"/>
    <dgm:cxn modelId="{87929342-A3B7-4A34-83B4-935F40D50472}" type="presParOf" srcId="{60B556E4-F728-4753-B8C6-0E2C4B40C86C}" destId="{E8BBC872-5268-4A58-8783-BD7A1E79DDB9}" srcOrd="0" destOrd="0" presId="urn:microsoft.com/office/officeart/2005/8/layout/hierarchy1"/>
    <dgm:cxn modelId="{38936070-4444-4A4F-A093-D13D388104DC}" type="presParOf" srcId="{60B556E4-F728-4753-B8C6-0E2C4B40C86C}" destId="{E730F27B-8933-435B-8074-2E749707AB98}" srcOrd="1" destOrd="0" presId="urn:microsoft.com/office/officeart/2005/8/layout/hierarchy1"/>
    <dgm:cxn modelId="{94204433-6CFC-4C86-B27A-9D728A9DA2DF}" type="presParOf" srcId="{B0A6FA3E-2198-411B-A411-8A4888F8B65F}" destId="{249736FB-93D5-4D47-B4B9-2FA150E8642A}" srcOrd="1" destOrd="0" presId="urn:microsoft.com/office/officeart/2005/8/layout/hierarchy1"/>
    <dgm:cxn modelId="{9D6995C9-B488-4C88-AA30-04E4A708B410}" type="presParOf" srcId="{C42CD70F-C551-41D1-8EE0-825833302F5E}" destId="{0FD40FA2-DDE5-4F61-B103-DD38094B3788}" srcOrd="3" destOrd="0" presId="urn:microsoft.com/office/officeart/2005/8/layout/hierarchy1"/>
    <dgm:cxn modelId="{9304CB4F-DE9A-4AFF-BAC7-73C9C1EF4963}" type="presParOf" srcId="{0FD40FA2-DDE5-4F61-B103-DD38094B3788}" destId="{2ECDC292-B6ED-4613-8C98-416C75B0E28F}" srcOrd="0" destOrd="0" presId="urn:microsoft.com/office/officeart/2005/8/layout/hierarchy1"/>
    <dgm:cxn modelId="{0D48A92C-AC70-413C-ACF4-8D240E89B58B}" type="presParOf" srcId="{2ECDC292-B6ED-4613-8C98-416C75B0E28F}" destId="{4FF7A699-DD6C-4907-B116-7A11F4A7AF47}" srcOrd="0" destOrd="0" presId="urn:microsoft.com/office/officeart/2005/8/layout/hierarchy1"/>
    <dgm:cxn modelId="{C445FE52-D8FB-4BBC-974F-D3DA333E3CD6}" type="presParOf" srcId="{2ECDC292-B6ED-4613-8C98-416C75B0E28F}" destId="{DC44133B-BF4D-405A-8A25-71ECD7FF9E6F}" srcOrd="1" destOrd="0" presId="urn:microsoft.com/office/officeart/2005/8/layout/hierarchy1"/>
    <dgm:cxn modelId="{B754CA1F-29A2-4BAC-B6B7-3D8EFAAE17DB}" type="presParOf" srcId="{0FD40FA2-DDE5-4F61-B103-DD38094B3788}" destId="{0745B4BE-EFE5-4C1C-9C31-EA7EBD81EA6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2A8B42-3EE0-4BA7-9C76-D460139960B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DFCD32-EEB1-4004-8B9A-CF20B3845F6E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A new modern website with better UX/UI</a:t>
          </a:r>
          <a:endParaRPr lang="en-US">
            <a:latin typeface="Cantarell Regular" pitchFamily="50" charset="0"/>
          </a:endParaRPr>
        </a:p>
      </dgm:t>
    </dgm:pt>
    <dgm:pt modelId="{B66DCBBD-B9EF-4C2F-B062-D7312C24ADC7}" type="parTrans" cxnId="{5785D95D-133A-4CA7-A3BB-C81C37CFA741}">
      <dgm:prSet/>
      <dgm:spPr/>
      <dgm:t>
        <a:bodyPr/>
        <a:lstStyle/>
        <a:p>
          <a:endParaRPr lang="en-US"/>
        </a:p>
      </dgm:t>
    </dgm:pt>
    <dgm:pt modelId="{547BA530-01D4-4C54-A7AF-53316C0524CC}" type="sibTrans" cxnId="{5785D95D-133A-4CA7-A3BB-C81C37CFA741}">
      <dgm:prSet/>
      <dgm:spPr/>
      <dgm:t>
        <a:bodyPr/>
        <a:lstStyle/>
        <a:p>
          <a:endParaRPr lang="en-US"/>
        </a:p>
      </dgm:t>
    </dgm:pt>
    <dgm:pt modelId="{3DCF69CA-CE9C-4644-9E41-1B24BCF2F661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Configuration system according to customer needs</a:t>
          </a:r>
          <a:endParaRPr lang="en-US">
            <a:latin typeface="Cantarell Regular" pitchFamily="50" charset="0"/>
          </a:endParaRPr>
        </a:p>
      </dgm:t>
    </dgm:pt>
    <dgm:pt modelId="{02A99133-6E6D-495E-A742-5D7162F6F3A6}" type="parTrans" cxnId="{9E38A5BE-DFA0-46F5-952A-CCC5CECBA51C}">
      <dgm:prSet/>
      <dgm:spPr/>
      <dgm:t>
        <a:bodyPr/>
        <a:lstStyle/>
        <a:p>
          <a:endParaRPr lang="en-US"/>
        </a:p>
      </dgm:t>
    </dgm:pt>
    <dgm:pt modelId="{C9A1EDEB-A595-45A9-872B-129B50450097}" type="sibTrans" cxnId="{9E38A5BE-DFA0-46F5-952A-CCC5CECBA51C}">
      <dgm:prSet/>
      <dgm:spPr/>
      <dgm:t>
        <a:bodyPr/>
        <a:lstStyle/>
        <a:p>
          <a:endParaRPr lang="en-US"/>
        </a:p>
      </dgm:t>
    </dgm:pt>
    <dgm:pt modelId="{8E9C5211-97A0-42C3-9311-BBC370729F55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Online appointment booking</a:t>
          </a:r>
          <a:endParaRPr lang="en-US">
            <a:latin typeface="Cantarell Regular" pitchFamily="50" charset="0"/>
          </a:endParaRPr>
        </a:p>
      </dgm:t>
    </dgm:pt>
    <dgm:pt modelId="{9CCDE2C8-F22D-4E6C-8075-D6CC76EF0CAB}" type="parTrans" cxnId="{FFFED23E-DD6D-40DE-9A27-FDE9059387B0}">
      <dgm:prSet/>
      <dgm:spPr/>
      <dgm:t>
        <a:bodyPr/>
        <a:lstStyle/>
        <a:p>
          <a:endParaRPr lang="en-US"/>
        </a:p>
      </dgm:t>
    </dgm:pt>
    <dgm:pt modelId="{CC119F19-453A-44A1-9803-CB7E0D663D0A}" type="sibTrans" cxnId="{FFFED23E-DD6D-40DE-9A27-FDE9059387B0}">
      <dgm:prSet/>
      <dgm:spPr/>
      <dgm:t>
        <a:bodyPr/>
        <a:lstStyle/>
        <a:p>
          <a:endParaRPr lang="en-US"/>
        </a:p>
      </dgm:t>
    </dgm:pt>
    <dgm:pt modelId="{EB493257-581F-42CD-8552-5029D307B08A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Online shopping oppourtunity which boosts sales </a:t>
          </a:r>
          <a:endParaRPr lang="en-US">
            <a:latin typeface="Cantarell Regular" pitchFamily="50" charset="0"/>
          </a:endParaRPr>
        </a:p>
      </dgm:t>
    </dgm:pt>
    <dgm:pt modelId="{253F3CB1-B50C-4B03-9996-DC599D82C4E6}" type="parTrans" cxnId="{E7E61143-85F0-4B34-9F32-5B8487538E8E}">
      <dgm:prSet/>
      <dgm:spPr/>
      <dgm:t>
        <a:bodyPr/>
        <a:lstStyle/>
        <a:p>
          <a:endParaRPr lang="en-US"/>
        </a:p>
      </dgm:t>
    </dgm:pt>
    <dgm:pt modelId="{E4351E62-4994-4530-8F4D-DE03BFE5E6D5}" type="sibTrans" cxnId="{E7E61143-85F0-4B34-9F32-5B8487538E8E}">
      <dgm:prSet/>
      <dgm:spPr/>
      <dgm:t>
        <a:bodyPr/>
        <a:lstStyle/>
        <a:p>
          <a:endParaRPr lang="en-US"/>
        </a:p>
      </dgm:t>
    </dgm:pt>
    <dgm:pt modelId="{B4EA880D-866A-415B-AEBB-CB9AC77062D0}" type="pres">
      <dgm:prSet presAssocID="{6B2A8B42-3EE0-4BA7-9C76-D460139960B1}" presName="matrix" presStyleCnt="0">
        <dgm:presLayoutVars>
          <dgm:chMax val="1"/>
          <dgm:dir/>
          <dgm:resizeHandles val="exact"/>
        </dgm:presLayoutVars>
      </dgm:prSet>
      <dgm:spPr/>
    </dgm:pt>
    <dgm:pt modelId="{76D1334C-A058-42BF-B8E3-96D8B6A21B3E}" type="pres">
      <dgm:prSet presAssocID="{6B2A8B42-3EE0-4BA7-9C76-D460139960B1}" presName="diamond" presStyleLbl="bgShp" presStyleIdx="0" presStyleCnt="1"/>
      <dgm:spPr/>
    </dgm:pt>
    <dgm:pt modelId="{34F79356-7552-4A69-9303-A3078E109AB8}" type="pres">
      <dgm:prSet presAssocID="{6B2A8B42-3EE0-4BA7-9C76-D460139960B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11B614-B139-4243-B734-4E7EF018707E}" type="pres">
      <dgm:prSet presAssocID="{6B2A8B42-3EE0-4BA7-9C76-D460139960B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04F815B-E847-4752-B6A7-B2F39E8815AD}" type="pres">
      <dgm:prSet presAssocID="{6B2A8B42-3EE0-4BA7-9C76-D460139960B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82EC24-2EF1-40C9-8358-524ACBBFD9D5}" type="pres">
      <dgm:prSet presAssocID="{6B2A8B42-3EE0-4BA7-9C76-D460139960B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FC8EF2F-C64E-404C-AC50-91D76FC36CCD}" type="presOf" srcId="{3DCF69CA-CE9C-4644-9E41-1B24BCF2F661}" destId="{BD11B614-B139-4243-B734-4E7EF018707E}" srcOrd="0" destOrd="0" presId="urn:microsoft.com/office/officeart/2005/8/layout/matrix3"/>
    <dgm:cxn modelId="{FFFED23E-DD6D-40DE-9A27-FDE9059387B0}" srcId="{6B2A8B42-3EE0-4BA7-9C76-D460139960B1}" destId="{8E9C5211-97A0-42C3-9311-BBC370729F55}" srcOrd="2" destOrd="0" parTransId="{9CCDE2C8-F22D-4E6C-8075-D6CC76EF0CAB}" sibTransId="{CC119F19-453A-44A1-9803-CB7E0D663D0A}"/>
    <dgm:cxn modelId="{5785D95D-133A-4CA7-A3BB-C81C37CFA741}" srcId="{6B2A8B42-3EE0-4BA7-9C76-D460139960B1}" destId="{31DFCD32-EEB1-4004-8B9A-CF20B3845F6E}" srcOrd="0" destOrd="0" parTransId="{B66DCBBD-B9EF-4C2F-B062-D7312C24ADC7}" sibTransId="{547BA530-01D4-4C54-A7AF-53316C0524CC}"/>
    <dgm:cxn modelId="{E7E61143-85F0-4B34-9F32-5B8487538E8E}" srcId="{6B2A8B42-3EE0-4BA7-9C76-D460139960B1}" destId="{EB493257-581F-42CD-8552-5029D307B08A}" srcOrd="3" destOrd="0" parTransId="{253F3CB1-B50C-4B03-9996-DC599D82C4E6}" sibTransId="{E4351E62-4994-4530-8F4D-DE03BFE5E6D5}"/>
    <dgm:cxn modelId="{59A6888B-AD90-4D3B-AB36-122897D07DDA}" type="presOf" srcId="{8E9C5211-97A0-42C3-9311-BBC370729F55}" destId="{704F815B-E847-4752-B6A7-B2F39E8815AD}" srcOrd="0" destOrd="0" presId="urn:microsoft.com/office/officeart/2005/8/layout/matrix3"/>
    <dgm:cxn modelId="{9E38A5BE-DFA0-46F5-952A-CCC5CECBA51C}" srcId="{6B2A8B42-3EE0-4BA7-9C76-D460139960B1}" destId="{3DCF69CA-CE9C-4644-9E41-1B24BCF2F661}" srcOrd="1" destOrd="0" parTransId="{02A99133-6E6D-495E-A742-5D7162F6F3A6}" sibTransId="{C9A1EDEB-A595-45A9-872B-129B50450097}"/>
    <dgm:cxn modelId="{E42931D0-AB52-4B3A-930C-FEB143ADF671}" type="presOf" srcId="{31DFCD32-EEB1-4004-8B9A-CF20B3845F6E}" destId="{34F79356-7552-4A69-9303-A3078E109AB8}" srcOrd="0" destOrd="0" presId="urn:microsoft.com/office/officeart/2005/8/layout/matrix3"/>
    <dgm:cxn modelId="{D4AFE4E6-DE67-4379-BD0A-141C5F4F59FC}" type="presOf" srcId="{6B2A8B42-3EE0-4BA7-9C76-D460139960B1}" destId="{B4EA880D-866A-415B-AEBB-CB9AC77062D0}" srcOrd="0" destOrd="0" presId="urn:microsoft.com/office/officeart/2005/8/layout/matrix3"/>
    <dgm:cxn modelId="{636EBDFE-BFE8-464E-94B5-931856D20928}" type="presOf" srcId="{EB493257-581F-42CD-8552-5029D307B08A}" destId="{2582EC24-2EF1-40C9-8358-524ACBBFD9D5}" srcOrd="0" destOrd="0" presId="urn:microsoft.com/office/officeart/2005/8/layout/matrix3"/>
    <dgm:cxn modelId="{211E28BE-FFD7-455A-A6FE-9786F6DEF67F}" type="presParOf" srcId="{B4EA880D-866A-415B-AEBB-CB9AC77062D0}" destId="{76D1334C-A058-42BF-B8E3-96D8B6A21B3E}" srcOrd="0" destOrd="0" presId="urn:microsoft.com/office/officeart/2005/8/layout/matrix3"/>
    <dgm:cxn modelId="{C1EDA767-1A27-4ABE-90C4-E8B74AB578B0}" type="presParOf" srcId="{B4EA880D-866A-415B-AEBB-CB9AC77062D0}" destId="{34F79356-7552-4A69-9303-A3078E109AB8}" srcOrd="1" destOrd="0" presId="urn:microsoft.com/office/officeart/2005/8/layout/matrix3"/>
    <dgm:cxn modelId="{1DE706B3-1441-41BB-865E-E5D23F134AA2}" type="presParOf" srcId="{B4EA880D-866A-415B-AEBB-CB9AC77062D0}" destId="{BD11B614-B139-4243-B734-4E7EF018707E}" srcOrd="2" destOrd="0" presId="urn:microsoft.com/office/officeart/2005/8/layout/matrix3"/>
    <dgm:cxn modelId="{7DD625B4-CBE0-4B94-829C-48648FC9808D}" type="presParOf" srcId="{B4EA880D-866A-415B-AEBB-CB9AC77062D0}" destId="{704F815B-E847-4752-B6A7-B2F39E8815AD}" srcOrd="3" destOrd="0" presId="urn:microsoft.com/office/officeart/2005/8/layout/matrix3"/>
    <dgm:cxn modelId="{7145EBF3-3EB2-41D7-9F25-B48A8BFA273F}" type="presParOf" srcId="{B4EA880D-866A-415B-AEBB-CB9AC77062D0}" destId="{2582EC24-2EF1-40C9-8358-524ACBBFD9D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82A4FB-A9E3-4A69-8388-61E3178FA53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9422BF8-1241-4EB2-9D38-996DF00BE490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Scrum – Trackable deadlines  </a:t>
          </a:r>
          <a:endParaRPr lang="en-US">
            <a:latin typeface="Cantarell Regular" pitchFamily="50" charset="0"/>
          </a:endParaRPr>
        </a:p>
      </dgm:t>
    </dgm:pt>
    <dgm:pt modelId="{54F0D935-D0F1-4E32-BCEB-3FF86CC6C837}" type="parTrans" cxnId="{4D0C87DA-07C2-4143-882F-B7FD0DA4D223}">
      <dgm:prSet/>
      <dgm:spPr/>
      <dgm:t>
        <a:bodyPr/>
        <a:lstStyle/>
        <a:p>
          <a:endParaRPr lang="en-US"/>
        </a:p>
      </dgm:t>
    </dgm:pt>
    <dgm:pt modelId="{90D32135-DC72-47AA-B04A-00799DCFA473}" type="sibTrans" cxnId="{4D0C87DA-07C2-4143-882F-B7FD0DA4D223}">
      <dgm:prSet/>
      <dgm:spPr/>
      <dgm:t>
        <a:bodyPr/>
        <a:lstStyle/>
        <a:p>
          <a:endParaRPr lang="en-US"/>
        </a:p>
      </dgm:t>
    </dgm:pt>
    <dgm:pt modelId="{78B9358C-C397-41CC-8842-C46B622AC8B2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Jira – Timelines, Task tracking</a:t>
          </a:r>
          <a:endParaRPr lang="en-US">
            <a:latin typeface="Cantarell Regular" pitchFamily="50" charset="0"/>
          </a:endParaRPr>
        </a:p>
      </dgm:t>
    </dgm:pt>
    <dgm:pt modelId="{C89383D0-46D1-4114-9C16-D479F9DB00D3}" type="parTrans" cxnId="{80741851-6728-4121-8AF2-E31B7E8AD115}">
      <dgm:prSet/>
      <dgm:spPr/>
      <dgm:t>
        <a:bodyPr/>
        <a:lstStyle/>
        <a:p>
          <a:endParaRPr lang="en-US"/>
        </a:p>
      </dgm:t>
    </dgm:pt>
    <dgm:pt modelId="{BA9BDEB8-8D18-4C62-9B2D-EBAABAA66C84}" type="sibTrans" cxnId="{80741851-6728-4121-8AF2-E31B7E8AD115}">
      <dgm:prSet/>
      <dgm:spPr/>
      <dgm:t>
        <a:bodyPr/>
        <a:lstStyle/>
        <a:p>
          <a:endParaRPr lang="en-US"/>
        </a:p>
      </dgm:t>
    </dgm:pt>
    <dgm:pt modelId="{6D6EF8F0-5269-4884-8A5E-3559F2A935D8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Git – Version controller </a:t>
          </a:r>
          <a:endParaRPr lang="en-US">
            <a:latin typeface="Cantarell Regular" pitchFamily="50" charset="0"/>
          </a:endParaRPr>
        </a:p>
      </dgm:t>
    </dgm:pt>
    <dgm:pt modelId="{640191FF-05A9-40CE-BF32-AD1B86B799FB}" type="parTrans" cxnId="{D0EBF0E1-63CD-4C11-821D-179CD271B6E5}">
      <dgm:prSet/>
      <dgm:spPr/>
      <dgm:t>
        <a:bodyPr/>
        <a:lstStyle/>
        <a:p>
          <a:endParaRPr lang="en-US"/>
        </a:p>
      </dgm:t>
    </dgm:pt>
    <dgm:pt modelId="{955E1F1E-5FA8-47A1-9055-43B262C27C65}" type="sibTrans" cxnId="{D0EBF0E1-63CD-4C11-821D-179CD271B6E5}">
      <dgm:prSet/>
      <dgm:spPr/>
      <dgm:t>
        <a:bodyPr/>
        <a:lstStyle/>
        <a:p>
          <a:endParaRPr lang="en-US"/>
        </a:p>
      </dgm:t>
    </dgm:pt>
    <dgm:pt modelId="{1CB658F9-9573-41C7-8CD0-0D12C42AD297}">
      <dgm:prSet/>
      <dgm:spPr/>
      <dgm:t>
        <a:bodyPr/>
        <a:lstStyle/>
        <a:p>
          <a:r>
            <a:rPr lang="hu-HU">
              <a:latin typeface="Cantarell Regular" pitchFamily="50" charset="0"/>
            </a:rPr>
            <a:t>Discord – Team communication</a:t>
          </a:r>
          <a:endParaRPr lang="en-US">
            <a:latin typeface="Cantarell Regular" pitchFamily="50" charset="0"/>
          </a:endParaRPr>
        </a:p>
      </dgm:t>
    </dgm:pt>
    <dgm:pt modelId="{CDC14A06-D0C8-435E-AA13-799C57ADF892}" type="parTrans" cxnId="{6A93E216-426C-4E7B-A3B9-2C6A31EAF794}">
      <dgm:prSet/>
      <dgm:spPr/>
      <dgm:t>
        <a:bodyPr/>
        <a:lstStyle/>
        <a:p>
          <a:endParaRPr lang="en-US"/>
        </a:p>
      </dgm:t>
    </dgm:pt>
    <dgm:pt modelId="{16F5AECC-D70B-4DDB-8886-53AFECFDA382}" type="sibTrans" cxnId="{6A93E216-426C-4E7B-A3B9-2C6A31EAF794}">
      <dgm:prSet/>
      <dgm:spPr/>
      <dgm:t>
        <a:bodyPr/>
        <a:lstStyle/>
        <a:p>
          <a:endParaRPr lang="en-US"/>
        </a:p>
      </dgm:t>
    </dgm:pt>
    <dgm:pt modelId="{EDFA60D1-7364-4C59-85F5-55E218996DF7}" type="pres">
      <dgm:prSet presAssocID="{1F82A4FB-A9E3-4A69-8388-61E3178FA53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678747E-699D-442F-B3F0-92966F660F45}" type="pres">
      <dgm:prSet presAssocID="{D9422BF8-1241-4EB2-9D38-996DF00BE490}" presName="hierRoot1" presStyleCnt="0"/>
      <dgm:spPr/>
    </dgm:pt>
    <dgm:pt modelId="{0274A222-8BF6-4459-A187-AB3BCBA615E2}" type="pres">
      <dgm:prSet presAssocID="{D9422BF8-1241-4EB2-9D38-996DF00BE490}" presName="composite" presStyleCnt="0"/>
      <dgm:spPr/>
    </dgm:pt>
    <dgm:pt modelId="{E26ED6AF-F5C2-46BC-A5C6-5744C32CB233}" type="pres">
      <dgm:prSet presAssocID="{D9422BF8-1241-4EB2-9D38-996DF00BE490}" presName="background" presStyleLbl="node0" presStyleIdx="0" presStyleCnt="4"/>
      <dgm:spPr/>
    </dgm:pt>
    <dgm:pt modelId="{C62D36F9-A713-42E1-B605-7D826AEF3C5A}" type="pres">
      <dgm:prSet presAssocID="{D9422BF8-1241-4EB2-9D38-996DF00BE490}" presName="text" presStyleLbl="fgAcc0" presStyleIdx="0" presStyleCnt="4">
        <dgm:presLayoutVars>
          <dgm:chPref val="3"/>
        </dgm:presLayoutVars>
      </dgm:prSet>
      <dgm:spPr/>
    </dgm:pt>
    <dgm:pt modelId="{8A912243-6AD4-4C01-A415-B51170027F72}" type="pres">
      <dgm:prSet presAssocID="{D9422BF8-1241-4EB2-9D38-996DF00BE490}" presName="hierChild2" presStyleCnt="0"/>
      <dgm:spPr/>
    </dgm:pt>
    <dgm:pt modelId="{8CD55C4C-4A06-4EF5-8687-E1737D1BEB50}" type="pres">
      <dgm:prSet presAssocID="{78B9358C-C397-41CC-8842-C46B622AC8B2}" presName="hierRoot1" presStyleCnt="0"/>
      <dgm:spPr/>
    </dgm:pt>
    <dgm:pt modelId="{671C20AA-5C59-43B7-9F1D-529B46537450}" type="pres">
      <dgm:prSet presAssocID="{78B9358C-C397-41CC-8842-C46B622AC8B2}" presName="composite" presStyleCnt="0"/>
      <dgm:spPr/>
    </dgm:pt>
    <dgm:pt modelId="{B92DFD50-7711-4C37-A627-EEB466D0C862}" type="pres">
      <dgm:prSet presAssocID="{78B9358C-C397-41CC-8842-C46B622AC8B2}" presName="background" presStyleLbl="node0" presStyleIdx="1" presStyleCnt="4"/>
      <dgm:spPr/>
    </dgm:pt>
    <dgm:pt modelId="{551AC3E1-F2D9-4ADF-AEC8-E212C1178BB2}" type="pres">
      <dgm:prSet presAssocID="{78B9358C-C397-41CC-8842-C46B622AC8B2}" presName="text" presStyleLbl="fgAcc0" presStyleIdx="1" presStyleCnt="4">
        <dgm:presLayoutVars>
          <dgm:chPref val="3"/>
        </dgm:presLayoutVars>
      </dgm:prSet>
      <dgm:spPr/>
    </dgm:pt>
    <dgm:pt modelId="{DDC991C2-4ACB-4FB3-8615-189A11D4A14C}" type="pres">
      <dgm:prSet presAssocID="{78B9358C-C397-41CC-8842-C46B622AC8B2}" presName="hierChild2" presStyleCnt="0"/>
      <dgm:spPr/>
    </dgm:pt>
    <dgm:pt modelId="{184FFC2D-7EA1-4B64-9FCB-687FDB17856D}" type="pres">
      <dgm:prSet presAssocID="{6D6EF8F0-5269-4884-8A5E-3559F2A935D8}" presName="hierRoot1" presStyleCnt="0"/>
      <dgm:spPr/>
    </dgm:pt>
    <dgm:pt modelId="{A05A05E1-F877-4C04-811E-2299C65012E5}" type="pres">
      <dgm:prSet presAssocID="{6D6EF8F0-5269-4884-8A5E-3559F2A935D8}" presName="composite" presStyleCnt="0"/>
      <dgm:spPr/>
    </dgm:pt>
    <dgm:pt modelId="{D9DE3009-AA1B-46F9-BDD6-EF9D0736120B}" type="pres">
      <dgm:prSet presAssocID="{6D6EF8F0-5269-4884-8A5E-3559F2A935D8}" presName="background" presStyleLbl="node0" presStyleIdx="2" presStyleCnt="4"/>
      <dgm:spPr/>
    </dgm:pt>
    <dgm:pt modelId="{6268315A-FD44-4F45-B1EE-5FDBC2D5A558}" type="pres">
      <dgm:prSet presAssocID="{6D6EF8F0-5269-4884-8A5E-3559F2A935D8}" presName="text" presStyleLbl="fgAcc0" presStyleIdx="2" presStyleCnt="4">
        <dgm:presLayoutVars>
          <dgm:chPref val="3"/>
        </dgm:presLayoutVars>
      </dgm:prSet>
      <dgm:spPr/>
    </dgm:pt>
    <dgm:pt modelId="{E29AAE58-5A2D-4CBA-8D94-3F544B5CFB72}" type="pres">
      <dgm:prSet presAssocID="{6D6EF8F0-5269-4884-8A5E-3559F2A935D8}" presName="hierChild2" presStyleCnt="0"/>
      <dgm:spPr/>
    </dgm:pt>
    <dgm:pt modelId="{2C9D5648-AC12-4182-869F-52E3FE1A862E}" type="pres">
      <dgm:prSet presAssocID="{1CB658F9-9573-41C7-8CD0-0D12C42AD297}" presName="hierRoot1" presStyleCnt="0"/>
      <dgm:spPr/>
    </dgm:pt>
    <dgm:pt modelId="{020D3CD7-9440-470D-962F-EBBEA42A658E}" type="pres">
      <dgm:prSet presAssocID="{1CB658F9-9573-41C7-8CD0-0D12C42AD297}" presName="composite" presStyleCnt="0"/>
      <dgm:spPr/>
    </dgm:pt>
    <dgm:pt modelId="{7DA70FE5-7846-4E25-ABD8-43ED1618C11F}" type="pres">
      <dgm:prSet presAssocID="{1CB658F9-9573-41C7-8CD0-0D12C42AD297}" presName="background" presStyleLbl="node0" presStyleIdx="3" presStyleCnt="4"/>
      <dgm:spPr/>
    </dgm:pt>
    <dgm:pt modelId="{3BA24D58-027B-42A0-9B2A-170792B4CDF2}" type="pres">
      <dgm:prSet presAssocID="{1CB658F9-9573-41C7-8CD0-0D12C42AD297}" presName="text" presStyleLbl="fgAcc0" presStyleIdx="3" presStyleCnt="4">
        <dgm:presLayoutVars>
          <dgm:chPref val="3"/>
        </dgm:presLayoutVars>
      </dgm:prSet>
      <dgm:spPr/>
    </dgm:pt>
    <dgm:pt modelId="{0DCD65C2-7CC7-4989-9963-DFFE1E17BDAE}" type="pres">
      <dgm:prSet presAssocID="{1CB658F9-9573-41C7-8CD0-0D12C42AD297}" presName="hierChild2" presStyleCnt="0"/>
      <dgm:spPr/>
    </dgm:pt>
  </dgm:ptLst>
  <dgm:cxnLst>
    <dgm:cxn modelId="{86A7D502-96CC-4C6D-83FF-16C83B7278BA}" type="presOf" srcId="{78B9358C-C397-41CC-8842-C46B622AC8B2}" destId="{551AC3E1-F2D9-4ADF-AEC8-E212C1178BB2}" srcOrd="0" destOrd="0" presId="urn:microsoft.com/office/officeart/2005/8/layout/hierarchy1"/>
    <dgm:cxn modelId="{6A93E216-426C-4E7B-A3B9-2C6A31EAF794}" srcId="{1F82A4FB-A9E3-4A69-8388-61E3178FA53C}" destId="{1CB658F9-9573-41C7-8CD0-0D12C42AD297}" srcOrd="3" destOrd="0" parTransId="{CDC14A06-D0C8-435E-AA13-799C57ADF892}" sibTransId="{16F5AECC-D70B-4DDB-8886-53AFECFDA382}"/>
    <dgm:cxn modelId="{538D506F-81F1-4A59-AB9E-28D6F1A86A65}" type="presOf" srcId="{6D6EF8F0-5269-4884-8A5E-3559F2A935D8}" destId="{6268315A-FD44-4F45-B1EE-5FDBC2D5A558}" srcOrd="0" destOrd="0" presId="urn:microsoft.com/office/officeart/2005/8/layout/hierarchy1"/>
    <dgm:cxn modelId="{80741851-6728-4121-8AF2-E31B7E8AD115}" srcId="{1F82A4FB-A9E3-4A69-8388-61E3178FA53C}" destId="{78B9358C-C397-41CC-8842-C46B622AC8B2}" srcOrd="1" destOrd="0" parTransId="{C89383D0-46D1-4114-9C16-D479F9DB00D3}" sibTransId="{BA9BDEB8-8D18-4C62-9B2D-EBAABAA66C84}"/>
    <dgm:cxn modelId="{CBDE97AA-2052-4C21-9ADB-0A0AB55D2ADA}" type="presOf" srcId="{D9422BF8-1241-4EB2-9D38-996DF00BE490}" destId="{C62D36F9-A713-42E1-B605-7D826AEF3C5A}" srcOrd="0" destOrd="0" presId="urn:microsoft.com/office/officeart/2005/8/layout/hierarchy1"/>
    <dgm:cxn modelId="{F1D14BCF-5494-4205-8CFB-6D5577A1A6D0}" type="presOf" srcId="{1F82A4FB-A9E3-4A69-8388-61E3178FA53C}" destId="{EDFA60D1-7364-4C59-85F5-55E218996DF7}" srcOrd="0" destOrd="0" presId="urn:microsoft.com/office/officeart/2005/8/layout/hierarchy1"/>
    <dgm:cxn modelId="{4D0C87DA-07C2-4143-882F-B7FD0DA4D223}" srcId="{1F82A4FB-A9E3-4A69-8388-61E3178FA53C}" destId="{D9422BF8-1241-4EB2-9D38-996DF00BE490}" srcOrd="0" destOrd="0" parTransId="{54F0D935-D0F1-4E32-BCEB-3FF86CC6C837}" sibTransId="{90D32135-DC72-47AA-B04A-00799DCFA473}"/>
    <dgm:cxn modelId="{D0EBF0E1-63CD-4C11-821D-179CD271B6E5}" srcId="{1F82A4FB-A9E3-4A69-8388-61E3178FA53C}" destId="{6D6EF8F0-5269-4884-8A5E-3559F2A935D8}" srcOrd="2" destOrd="0" parTransId="{640191FF-05A9-40CE-BF32-AD1B86B799FB}" sibTransId="{955E1F1E-5FA8-47A1-9055-43B262C27C65}"/>
    <dgm:cxn modelId="{5F2EA1E4-9776-4A1E-9A66-4624EEAFCE23}" type="presOf" srcId="{1CB658F9-9573-41C7-8CD0-0D12C42AD297}" destId="{3BA24D58-027B-42A0-9B2A-170792B4CDF2}" srcOrd="0" destOrd="0" presId="urn:microsoft.com/office/officeart/2005/8/layout/hierarchy1"/>
    <dgm:cxn modelId="{6804F2DF-6F43-4DFE-9D33-DD5E3E7D479A}" type="presParOf" srcId="{EDFA60D1-7364-4C59-85F5-55E218996DF7}" destId="{6678747E-699D-442F-B3F0-92966F660F45}" srcOrd="0" destOrd="0" presId="urn:microsoft.com/office/officeart/2005/8/layout/hierarchy1"/>
    <dgm:cxn modelId="{C478D5F1-A59F-437B-BF01-ADAEDCB94DFD}" type="presParOf" srcId="{6678747E-699D-442F-B3F0-92966F660F45}" destId="{0274A222-8BF6-4459-A187-AB3BCBA615E2}" srcOrd="0" destOrd="0" presId="urn:microsoft.com/office/officeart/2005/8/layout/hierarchy1"/>
    <dgm:cxn modelId="{00102244-F4B5-4C3F-BA88-60F27CB110A6}" type="presParOf" srcId="{0274A222-8BF6-4459-A187-AB3BCBA615E2}" destId="{E26ED6AF-F5C2-46BC-A5C6-5744C32CB233}" srcOrd="0" destOrd="0" presId="urn:microsoft.com/office/officeart/2005/8/layout/hierarchy1"/>
    <dgm:cxn modelId="{53C91CD2-F036-42BA-923E-698AA9A9890E}" type="presParOf" srcId="{0274A222-8BF6-4459-A187-AB3BCBA615E2}" destId="{C62D36F9-A713-42E1-B605-7D826AEF3C5A}" srcOrd="1" destOrd="0" presId="urn:microsoft.com/office/officeart/2005/8/layout/hierarchy1"/>
    <dgm:cxn modelId="{FB2A1E0D-CA69-4A1E-9D6B-F77DDC9F7FEE}" type="presParOf" srcId="{6678747E-699D-442F-B3F0-92966F660F45}" destId="{8A912243-6AD4-4C01-A415-B51170027F72}" srcOrd="1" destOrd="0" presId="urn:microsoft.com/office/officeart/2005/8/layout/hierarchy1"/>
    <dgm:cxn modelId="{B4F4DDA0-AD1C-43D7-BC8E-A5A728A9A9F9}" type="presParOf" srcId="{EDFA60D1-7364-4C59-85F5-55E218996DF7}" destId="{8CD55C4C-4A06-4EF5-8687-E1737D1BEB50}" srcOrd="1" destOrd="0" presId="urn:microsoft.com/office/officeart/2005/8/layout/hierarchy1"/>
    <dgm:cxn modelId="{CCC9ABB9-B3EF-416E-97C5-D019358623CC}" type="presParOf" srcId="{8CD55C4C-4A06-4EF5-8687-E1737D1BEB50}" destId="{671C20AA-5C59-43B7-9F1D-529B46537450}" srcOrd="0" destOrd="0" presId="urn:microsoft.com/office/officeart/2005/8/layout/hierarchy1"/>
    <dgm:cxn modelId="{5C188C62-125C-4992-9544-77DEDC7D9448}" type="presParOf" srcId="{671C20AA-5C59-43B7-9F1D-529B46537450}" destId="{B92DFD50-7711-4C37-A627-EEB466D0C862}" srcOrd="0" destOrd="0" presId="urn:microsoft.com/office/officeart/2005/8/layout/hierarchy1"/>
    <dgm:cxn modelId="{2DF72C6B-6387-4AD0-9076-3EF791D510FE}" type="presParOf" srcId="{671C20AA-5C59-43B7-9F1D-529B46537450}" destId="{551AC3E1-F2D9-4ADF-AEC8-E212C1178BB2}" srcOrd="1" destOrd="0" presId="urn:microsoft.com/office/officeart/2005/8/layout/hierarchy1"/>
    <dgm:cxn modelId="{A2C0BFDA-4D49-484B-B44C-5AAADA3A1E94}" type="presParOf" srcId="{8CD55C4C-4A06-4EF5-8687-E1737D1BEB50}" destId="{DDC991C2-4ACB-4FB3-8615-189A11D4A14C}" srcOrd="1" destOrd="0" presId="urn:microsoft.com/office/officeart/2005/8/layout/hierarchy1"/>
    <dgm:cxn modelId="{49182365-EEFD-422E-8C56-F3E6BE6546D5}" type="presParOf" srcId="{EDFA60D1-7364-4C59-85F5-55E218996DF7}" destId="{184FFC2D-7EA1-4B64-9FCB-687FDB17856D}" srcOrd="2" destOrd="0" presId="urn:microsoft.com/office/officeart/2005/8/layout/hierarchy1"/>
    <dgm:cxn modelId="{E3282BE8-D18C-4FFA-B1D1-99C07ECC8607}" type="presParOf" srcId="{184FFC2D-7EA1-4B64-9FCB-687FDB17856D}" destId="{A05A05E1-F877-4C04-811E-2299C65012E5}" srcOrd="0" destOrd="0" presId="urn:microsoft.com/office/officeart/2005/8/layout/hierarchy1"/>
    <dgm:cxn modelId="{7B5623DD-886D-4F6A-BBAC-B12192C1AF9D}" type="presParOf" srcId="{A05A05E1-F877-4C04-811E-2299C65012E5}" destId="{D9DE3009-AA1B-46F9-BDD6-EF9D0736120B}" srcOrd="0" destOrd="0" presId="urn:microsoft.com/office/officeart/2005/8/layout/hierarchy1"/>
    <dgm:cxn modelId="{9868DA22-49CC-4C30-A824-D903201A4074}" type="presParOf" srcId="{A05A05E1-F877-4C04-811E-2299C65012E5}" destId="{6268315A-FD44-4F45-B1EE-5FDBC2D5A558}" srcOrd="1" destOrd="0" presId="urn:microsoft.com/office/officeart/2005/8/layout/hierarchy1"/>
    <dgm:cxn modelId="{032B4EFB-C42B-4F8D-BDE4-370C49AD075A}" type="presParOf" srcId="{184FFC2D-7EA1-4B64-9FCB-687FDB17856D}" destId="{E29AAE58-5A2D-4CBA-8D94-3F544B5CFB72}" srcOrd="1" destOrd="0" presId="urn:microsoft.com/office/officeart/2005/8/layout/hierarchy1"/>
    <dgm:cxn modelId="{19E52558-6714-4670-8648-D60D9FB0E576}" type="presParOf" srcId="{EDFA60D1-7364-4C59-85F5-55E218996DF7}" destId="{2C9D5648-AC12-4182-869F-52E3FE1A862E}" srcOrd="3" destOrd="0" presId="urn:microsoft.com/office/officeart/2005/8/layout/hierarchy1"/>
    <dgm:cxn modelId="{B1F5FAC7-4FDB-4B51-A9EC-DEBF84D1625B}" type="presParOf" srcId="{2C9D5648-AC12-4182-869F-52E3FE1A862E}" destId="{020D3CD7-9440-470D-962F-EBBEA42A658E}" srcOrd="0" destOrd="0" presId="urn:microsoft.com/office/officeart/2005/8/layout/hierarchy1"/>
    <dgm:cxn modelId="{09A6077C-CD68-4AC4-A570-8435EDBB75E4}" type="presParOf" srcId="{020D3CD7-9440-470D-962F-EBBEA42A658E}" destId="{7DA70FE5-7846-4E25-ABD8-43ED1618C11F}" srcOrd="0" destOrd="0" presId="urn:microsoft.com/office/officeart/2005/8/layout/hierarchy1"/>
    <dgm:cxn modelId="{62B842D6-CDFA-4ADF-9528-295646CA97F4}" type="presParOf" srcId="{020D3CD7-9440-470D-962F-EBBEA42A658E}" destId="{3BA24D58-027B-42A0-9B2A-170792B4CDF2}" srcOrd="1" destOrd="0" presId="urn:microsoft.com/office/officeart/2005/8/layout/hierarchy1"/>
    <dgm:cxn modelId="{712C4B4E-E320-4C28-B632-0FC754B19D8F}" type="presParOf" srcId="{2C9D5648-AC12-4182-869F-52E3FE1A862E}" destId="{0DCD65C2-7CC7-4989-9963-DFFE1E17BD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D8B80F-9A50-4182-B3F7-A62FA4D356C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3D4BA2-52C3-4AE4-9944-C1A51665FC7D}">
      <dgm:prSet/>
      <dgm:spPr/>
      <dgm:t>
        <a:bodyPr/>
        <a:lstStyle/>
        <a:p>
          <a:r>
            <a:rPr lang="hu-HU"/>
            <a:t>Expand the project with new features and improvements</a:t>
          </a:r>
          <a:endParaRPr lang="en-US"/>
        </a:p>
      </dgm:t>
    </dgm:pt>
    <dgm:pt modelId="{16CBFED2-607A-4121-B662-5E193E840092}" type="parTrans" cxnId="{35AB4E6F-92F0-41B2-B2AA-5B7842F4B44E}">
      <dgm:prSet/>
      <dgm:spPr/>
      <dgm:t>
        <a:bodyPr/>
        <a:lstStyle/>
        <a:p>
          <a:endParaRPr lang="en-US"/>
        </a:p>
      </dgm:t>
    </dgm:pt>
    <dgm:pt modelId="{CEA662D1-B455-4310-BA71-0E3D6D5F3730}" type="sibTrans" cxnId="{35AB4E6F-92F0-41B2-B2AA-5B7842F4B44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E62888D-8161-482E-9225-EDFF58646745}">
      <dgm:prSet/>
      <dgm:spPr/>
      <dgm:t>
        <a:bodyPr/>
        <a:lstStyle/>
        <a:p>
          <a:r>
            <a:rPr lang="hu-HU"/>
            <a:t>Gather and incorporate user feedback</a:t>
          </a:r>
          <a:endParaRPr lang="en-US"/>
        </a:p>
      </dgm:t>
    </dgm:pt>
    <dgm:pt modelId="{1402D54A-C7FD-4871-A4D8-2EEB73AB91EB}" type="parTrans" cxnId="{C3930EAA-E8D0-491F-8955-D36E3B3215A5}">
      <dgm:prSet/>
      <dgm:spPr/>
      <dgm:t>
        <a:bodyPr/>
        <a:lstStyle/>
        <a:p>
          <a:endParaRPr lang="en-US"/>
        </a:p>
      </dgm:t>
    </dgm:pt>
    <dgm:pt modelId="{3CDDBA92-F716-48F5-8779-E446C079C505}" type="sibTrans" cxnId="{C3930EAA-E8D0-491F-8955-D36E3B3215A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7CBE7D5-C893-45F9-9B53-132E34ADC03B}">
      <dgm:prSet/>
      <dgm:spPr/>
      <dgm:t>
        <a:bodyPr/>
        <a:lstStyle/>
        <a:p>
          <a:r>
            <a:rPr lang="hu-HU" dirty="0"/>
            <a:t>Ensure long</a:t>
          </a:r>
          <a:r>
            <a:rPr lang="en-US" dirty="0"/>
            <a:t> </a:t>
          </a:r>
          <a:r>
            <a:rPr lang="hu-HU" dirty="0"/>
            <a:t>term maintenance and update</a:t>
          </a:r>
          <a:endParaRPr lang="en-US" dirty="0"/>
        </a:p>
      </dgm:t>
    </dgm:pt>
    <dgm:pt modelId="{D397D3BB-EC80-4F37-980C-519B26F064C2}" type="parTrans" cxnId="{3ED023DC-752C-4D25-AF65-D5FDA28F4008}">
      <dgm:prSet/>
      <dgm:spPr/>
      <dgm:t>
        <a:bodyPr/>
        <a:lstStyle/>
        <a:p>
          <a:endParaRPr lang="en-US"/>
        </a:p>
      </dgm:t>
    </dgm:pt>
    <dgm:pt modelId="{9180AA5F-2416-49A0-AEC9-2AEF1768271B}" type="sibTrans" cxnId="{3ED023DC-752C-4D25-AF65-D5FDA28F400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FD785C9-258C-426D-985D-89D6C454ADB9}">
      <dgm:prSet/>
      <dgm:spPr/>
      <dgm:t>
        <a:bodyPr/>
        <a:lstStyle/>
        <a:p>
          <a:r>
            <a:rPr lang="hu-HU"/>
            <a:t>Explore related projects or reserch opportunities</a:t>
          </a:r>
          <a:endParaRPr lang="en-US"/>
        </a:p>
      </dgm:t>
    </dgm:pt>
    <dgm:pt modelId="{1B885BEE-0439-4D52-A724-B18896602A9C}" type="parTrans" cxnId="{A9195D88-E2DC-4252-9AB7-E132542C6852}">
      <dgm:prSet/>
      <dgm:spPr/>
      <dgm:t>
        <a:bodyPr/>
        <a:lstStyle/>
        <a:p>
          <a:endParaRPr lang="en-US"/>
        </a:p>
      </dgm:t>
    </dgm:pt>
    <dgm:pt modelId="{40E41B7D-E406-4D97-BE0C-167F7A5931FC}" type="sibTrans" cxnId="{A9195D88-E2DC-4252-9AB7-E132542C685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BEDAAB6-58F5-4194-A071-864FBA9F016C}" type="pres">
      <dgm:prSet presAssocID="{85D8B80F-9A50-4182-B3F7-A62FA4D356C4}" presName="Name0" presStyleCnt="0">
        <dgm:presLayoutVars>
          <dgm:animLvl val="lvl"/>
          <dgm:resizeHandles val="exact"/>
        </dgm:presLayoutVars>
      </dgm:prSet>
      <dgm:spPr/>
    </dgm:pt>
    <dgm:pt modelId="{7C9E33ED-070F-4E92-8C31-35E156DEBF3B}" type="pres">
      <dgm:prSet presAssocID="{123D4BA2-52C3-4AE4-9944-C1A51665FC7D}" presName="compositeNode" presStyleCnt="0">
        <dgm:presLayoutVars>
          <dgm:bulletEnabled val="1"/>
        </dgm:presLayoutVars>
      </dgm:prSet>
      <dgm:spPr/>
    </dgm:pt>
    <dgm:pt modelId="{1A0F917C-890E-4E0A-AEE0-F481BF4A8E4D}" type="pres">
      <dgm:prSet presAssocID="{123D4BA2-52C3-4AE4-9944-C1A51665FC7D}" presName="bgRect" presStyleLbl="bgAccFollowNode1" presStyleIdx="0" presStyleCnt="4"/>
      <dgm:spPr/>
    </dgm:pt>
    <dgm:pt modelId="{6133CC9D-D549-464D-BB7C-1D9AF18B1956}" type="pres">
      <dgm:prSet presAssocID="{CEA662D1-B455-4310-BA71-0E3D6D5F3730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C5CC738-28B7-49CC-BEAE-18A52A288C72}" type="pres">
      <dgm:prSet presAssocID="{123D4BA2-52C3-4AE4-9944-C1A51665FC7D}" presName="bottomLine" presStyleLbl="alignNode1" presStyleIdx="1" presStyleCnt="8">
        <dgm:presLayoutVars/>
      </dgm:prSet>
      <dgm:spPr/>
    </dgm:pt>
    <dgm:pt modelId="{0F8B1639-E757-4BCF-9D5C-F5F85833A034}" type="pres">
      <dgm:prSet presAssocID="{123D4BA2-52C3-4AE4-9944-C1A51665FC7D}" presName="nodeText" presStyleLbl="bgAccFollowNode1" presStyleIdx="0" presStyleCnt="4">
        <dgm:presLayoutVars>
          <dgm:bulletEnabled val="1"/>
        </dgm:presLayoutVars>
      </dgm:prSet>
      <dgm:spPr/>
    </dgm:pt>
    <dgm:pt modelId="{877BCD57-B19C-4A72-90D1-0AE8DFE1B566}" type="pres">
      <dgm:prSet presAssocID="{CEA662D1-B455-4310-BA71-0E3D6D5F3730}" presName="sibTrans" presStyleCnt="0"/>
      <dgm:spPr/>
    </dgm:pt>
    <dgm:pt modelId="{9359C90C-CFAE-42BB-8C74-1EA308997CC8}" type="pres">
      <dgm:prSet presAssocID="{CE62888D-8161-482E-9225-EDFF58646745}" presName="compositeNode" presStyleCnt="0">
        <dgm:presLayoutVars>
          <dgm:bulletEnabled val="1"/>
        </dgm:presLayoutVars>
      </dgm:prSet>
      <dgm:spPr/>
    </dgm:pt>
    <dgm:pt modelId="{EF4A0BB3-7EF0-47B2-B4ED-2583F51F3B94}" type="pres">
      <dgm:prSet presAssocID="{CE62888D-8161-482E-9225-EDFF58646745}" presName="bgRect" presStyleLbl="bgAccFollowNode1" presStyleIdx="1" presStyleCnt="4"/>
      <dgm:spPr/>
    </dgm:pt>
    <dgm:pt modelId="{37A43C0D-8BC3-4FE4-9D7A-AE253650C817}" type="pres">
      <dgm:prSet presAssocID="{3CDDBA92-F716-48F5-8779-E446C079C50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9C5630F-218F-42DD-A41F-86D41963006F}" type="pres">
      <dgm:prSet presAssocID="{CE62888D-8161-482E-9225-EDFF58646745}" presName="bottomLine" presStyleLbl="alignNode1" presStyleIdx="3" presStyleCnt="8">
        <dgm:presLayoutVars/>
      </dgm:prSet>
      <dgm:spPr/>
    </dgm:pt>
    <dgm:pt modelId="{209B24F4-2ADD-4F2C-ABB3-1A728FF35B7B}" type="pres">
      <dgm:prSet presAssocID="{CE62888D-8161-482E-9225-EDFF58646745}" presName="nodeText" presStyleLbl="bgAccFollowNode1" presStyleIdx="1" presStyleCnt="4">
        <dgm:presLayoutVars>
          <dgm:bulletEnabled val="1"/>
        </dgm:presLayoutVars>
      </dgm:prSet>
      <dgm:spPr/>
    </dgm:pt>
    <dgm:pt modelId="{9233E346-49ED-4F55-860B-4AE7A9FA2D37}" type="pres">
      <dgm:prSet presAssocID="{3CDDBA92-F716-48F5-8779-E446C079C505}" presName="sibTrans" presStyleCnt="0"/>
      <dgm:spPr/>
    </dgm:pt>
    <dgm:pt modelId="{A26685A6-9834-49DC-9BEC-129B40E71D48}" type="pres">
      <dgm:prSet presAssocID="{E7CBE7D5-C893-45F9-9B53-132E34ADC03B}" presName="compositeNode" presStyleCnt="0">
        <dgm:presLayoutVars>
          <dgm:bulletEnabled val="1"/>
        </dgm:presLayoutVars>
      </dgm:prSet>
      <dgm:spPr/>
    </dgm:pt>
    <dgm:pt modelId="{1F839997-98FB-4B0B-8274-83E3060BE8A3}" type="pres">
      <dgm:prSet presAssocID="{E7CBE7D5-C893-45F9-9B53-132E34ADC03B}" presName="bgRect" presStyleLbl="bgAccFollowNode1" presStyleIdx="2" presStyleCnt="4"/>
      <dgm:spPr/>
    </dgm:pt>
    <dgm:pt modelId="{924F530B-7C9A-4E0F-9CD3-04C44E28FB22}" type="pres">
      <dgm:prSet presAssocID="{9180AA5F-2416-49A0-AEC9-2AEF1768271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CFA9ED2-C61C-4BFA-AEF5-CC9F796A1A5B}" type="pres">
      <dgm:prSet presAssocID="{E7CBE7D5-C893-45F9-9B53-132E34ADC03B}" presName="bottomLine" presStyleLbl="alignNode1" presStyleIdx="5" presStyleCnt="8">
        <dgm:presLayoutVars/>
      </dgm:prSet>
      <dgm:spPr/>
    </dgm:pt>
    <dgm:pt modelId="{A5A6A498-BC17-442A-B6F2-72879C0B7FEA}" type="pres">
      <dgm:prSet presAssocID="{E7CBE7D5-C893-45F9-9B53-132E34ADC03B}" presName="nodeText" presStyleLbl="bgAccFollowNode1" presStyleIdx="2" presStyleCnt="4">
        <dgm:presLayoutVars>
          <dgm:bulletEnabled val="1"/>
        </dgm:presLayoutVars>
      </dgm:prSet>
      <dgm:spPr/>
    </dgm:pt>
    <dgm:pt modelId="{B6FE70DC-41D5-417B-AA6F-B0E884F83D38}" type="pres">
      <dgm:prSet presAssocID="{9180AA5F-2416-49A0-AEC9-2AEF1768271B}" presName="sibTrans" presStyleCnt="0"/>
      <dgm:spPr/>
    </dgm:pt>
    <dgm:pt modelId="{93633501-7B7B-4E9D-A484-DDF9A8F6E6FF}" type="pres">
      <dgm:prSet presAssocID="{1FD785C9-258C-426D-985D-89D6C454ADB9}" presName="compositeNode" presStyleCnt="0">
        <dgm:presLayoutVars>
          <dgm:bulletEnabled val="1"/>
        </dgm:presLayoutVars>
      </dgm:prSet>
      <dgm:spPr/>
    </dgm:pt>
    <dgm:pt modelId="{18BBD235-CCA3-43A7-9565-55FEB1E5F4D8}" type="pres">
      <dgm:prSet presAssocID="{1FD785C9-258C-426D-985D-89D6C454ADB9}" presName="bgRect" presStyleLbl="bgAccFollowNode1" presStyleIdx="3" presStyleCnt="4"/>
      <dgm:spPr/>
    </dgm:pt>
    <dgm:pt modelId="{9E91ECFB-668D-4693-8F8C-31DBA5E4721F}" type="pres">
      <dgm:prSet presAssocID="{40E41B7D-E406-4D97-BE0C-167F7A5931F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5A17360-0C9B-4103-9FF3-2F6AA5F8D833}" type="pres">
      <dgm:prSet presAssocID="{1FD785C9-258C-426D-985D-89D6C454ADB9}" presName="bottomLine" presStyleLbl="alignNode1" presStyleIdx="7" presStyleCnt="8">
        <dgm:presLayoutVars/>
      </dgm:prSet>
      <dgm:spPr/>
    </dgm:pt>
    <dgm:pt modelId="{323B79BB-B853-4585-9DD0-57EA106EAE19}" type="pres">
      <dgm:prSet presAssocID="{1FD785C9-258C-426D-985D-89D6C454ADB9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182F960A-FE45-4879-A579-4098E9931E04}" type="presOf" srcId="{3CDDBA92-F716-48F5-8779-E446C079C505}" destId="{37A43C0D-8BC3-4FE4-9D7A-AE253650C817}" srcOrd="0" destOrd="0" presId="urn:microsoft.com/office/officeart/2016/7/layout/BasicLinearProcessNumbered"/>
    <dgm:cxn modelId="{27D7F20B-9BE1-4FAD-9B57-BF83C70AEFE6}" type="presOf" srcId="{E7CBE7D5-C893-45F9-9B53-132E34ADC03B}" destId="{1F839997-98FB-4B0B-8274-83E3060BE8A3}" srcOrd="0" destOrd="0" presId="urn:microsoft.com/office/officeart/2016/7/layout/BasicLinearProcessNumbered"/>
    <dgm:cxn modelId="{A8A7600D-CE7C-46D2-88FC-6C9EB939A658}" type="presOf" srcId="{1FD785C9-258C-426D-985D-89D6C454ADB9}" destId="{323B79BB-B853-4585-9DD0-57EA106EAE19}" srcOrd="1" destOrd="0" presId="urn:microsoft.com/office/officeart/2016/7/layout/BasicLinearProcessNumbered"/>
    <dgm:cxn modelId="{FAE87611-B6F9-4096-8498-177C7B209A1D}" type="presOf" srcId="{E7CBE7D5-C893-45F9-9B53-132E34ADC03B}" destId="{A5A6A498-BC17-442A-B6F2-72879C0B7FEA}" srcOrd="1" destOrd="0" presId="urn:microsoft.com/office/officeart/2016/7/layout/BasicLinearProcessNumbered"/>
    <dgm:cxn modelId="{14E2AA37-D412-464E-A617-5D3C9226C0BB}" type="presOf" srcId="{40E41B7D-E406-4D97-BE0C-167F7A5931FC}" destId="{9E91ECFB-668D-4693-8F8C-31DBA5E4721F}" srcOrd="0" destOrd="0" presId="urn:microsoft.com/office/officeart/2016/7/layout/BasicLinearProcessNumbered"/>
    <dgm:cxn modelId="{35AB4E6F-92F0-41B2-B2AA-5B7842F4B44E}" srcId="{85D8B80F-9A50-4182-B3F7-A62FA4D356C4}" destId="{123D4BA2-52C3-4AE4-9944-C1A51665FC7D}" srcOrd="0" destOrd="0" parTransId="{16CBFED2-607A-4121-B662-5E193E840092}" sibTransId="{CEA662D1-B455-4310-BA71-0E3D6D5F3730}"/>
    <dgm:cxn modelId="{A9195D88-E2DC-4252-9AB7-E132542C6852}" srcId="{85D8B80F-9A50-4182-B3F7-A62FA4D356C4}" destId="{1FD785C9-258C-426D-985D-89D6C454ADB9}" srcOrd="3" destOrd="0" parTransId="{1B885BEE-0439-4D52-A724-B18896602A9C}" sibTransId="{40E41B7D-E406-4D97-BE0C-167F7A5931FC}"/>
    <dgm:cxn modelId="{3E263189-FA80-41A1-83A8-459822535278}" type="presOf" srcId="{CE62888D-8161-482E-9225-EDFF58646745}" destId="{209B24F4-2ADD-4F2C-ABB3-1A728FF35B7B}" srcOrd="1" destOrd="0" presId="urn:microsoft.com/office/officeart/2016/7/layout/BasicLinearProcessNumbered"/>
    <dgm:cxn modelId="{D98E3589-2DB6-4B6F-BE40-02ED13834D79}" type="presOf" srcId="{123D4BA2-52C3-4AE4-9944-C1A51665FC7D}" destId="{1A0F917C-890E-4E0A-AEE0-F481BF4A8E4D}" srcOrd="0" destOrd="0" presId="urn:microsoft.com/office/officeart/2016/7/layout/BasicLinearProcessNumbered"/>
    <dgm:cxn modelId="{F23FB49A-E717-4DBE-97B8-D15D6B837AA6}" type="presOf" srcId="{123D4BA2-52C3-4AE4-9944-C1A51665FC7D}" destId="{0F8B1639-E757-4BCF-9D5C-F5F85833A034}" srcOrd="1" destOrd="0" presId="urn:microsoft.com/office/officeart/2016/7/layout/BasicLinearProcessNumbered"/>
    <dgm:cxn modelId="{94DB04A3-9A7E-40A7-8E8C-30071D3EC295}" type="presOf" srcId="{1FD785C9-258C-426D-985D-89D6C454ADB9}" destId="{18BBD235-CCA3-43A7-9565-55FEB1E5F4D8}" srcOrd="0" destOrd="0" presId="urn:microsoft.com/office/officeart/2016/7/layout/BasicLinearProcessNumbered"/>
    <dgm:cxn modelId="{C3930EAA-E8D0-491F-8955-D36E3B3215A5}" srcId="{85D8B80F-9A50-4182-B3F7-A62FA4D356C4}" destId="{CE62888D-8161-482E-9225-EDFF58646745}" srcOrd="1" destOrd="0" parTransId="{1402D54A-C7FD-4871-A4D8-2EEB73AB91EB}" sibTransId="{3CDDBA92-F716-48F5-8779-E446C079C505}"/>
    <dgm:cxn modelId="{CAE370C4-9253-42A8-B972-379B3641567E}" type="presOf" srcId="{CEA662D1-B455-4310-BA71-0E3D6D5F3730}" destId="{6133CC9D-D549-464D-BB7C-1D9AF18B1956}" srcOrd="0" destOrd="0" presId="urn:microsoft.com/office/officeart/2016/7/layout/BasicLinearProcessNumbered"/>
    <dgm:cxn modelId="{F9C022D2-448F-4756-A671-7C785CBF02B0}" type="presOf" srcId="{CE62888D-8161-482E-9225-EDFF58646745}" destId="{EF4A0BB3-7EF0-47B2-B4ED-2583F51F3B94}" srcOrd="0" destOrd="0" presId="urn:microsoft.com/office/officeart/2016/7/layout/BasicLinearProcessNumbered"/>
    <dgm:cxn modelId="{B3B93DD5-B10A-4326-BADE-B3C21BA05FC9}" type="presOf" srcId="{9180AA5F-2416-49A0-AEC9-2AEF1768271B}" destId="{924F530B-7C9A-4E0F-9CD3-04C44E28FB22}" srcOrd="0" destOrd="0" presId="urn:microsoft.com/office/officeart/2016/7/layout/BasicLinearProcessNumbered"/>
    <dgm:cxn modelId="{3ED023DC-752C-4D25-AF65-D5FDA28F4008}" srcId="{85D8B80F-9A50-4182-B3F7-A62FA4D356C4}" destId="{E7CBE7D5-C893-45F9-9B53-132E34ADC03B}" srcOrd="2" destOrd="0" parTransId="{D397D3BB-EC80-4F37-980C-519B26F064C2}" sibTransId="{9180AA5F-2416-49A0-AEC9-2AEF1768271B}"/>
    <dgm:cxn modelId="{E4CA2EF6-C86F-4C88-8BF5-1EF434D0B299}" type="presOf" srcId="{85D8B80F-9A50-4182-B3F7-A62FA4D356C4}" destId="{ABEDAAB6-58F5-4194-A071-864FBA9F016C}" srcOrd="0" destOrd="0" presId="urn:microsoft.com/office/officeart/2016/7/layout/BasicLinearProcessNumbered"/>
    <dgm:cxn modelId="{46EF82E4-62A3-4B79-A17F-FBC61E532B1B}" type="presParOf" srcId="{ABEDAAB6-58F5-4194-A071-864FBA9F016C}" destId="{7C9E33ED-070F-4E92-8C31-35E156DEBF3B}" srcOrd="0" destOrd="0" presId="urn:microsoft.com/office/officeart/2016/7/layout/BasicLinearProcessNumbered"/>
    <dgm:cxn modelId="{547D9980-3337-486A-80C2-B87586E4CC26}" type="presParOf" srcId="{7C9E33ED-070F-4E92-8C31-35E156DEBF3B}" destId="{1A0F917C-890E-4E0A-AEE0-F481BF4A8E4D}" srcOrd="0" destOrd="0" presId="urn:microsoft.com/office/officeart/2016/7/layout/BasicLinearProcessNumbered"/>
    <dgm:cxn modelId="{3C58C2EC-DC9D-4A8E-9C9F-063E3CE0EA49}" type="presParOf" srcId="{7C9E33ED-070F-4E92-8C31-35E156DEBF3B}" destId="{6133CC9D-D549-464D-BB7C-1D9AF18B1956}" srcOrd="1" destOrd="0" presId="urn:microsoft.com/office/officeart/2016/7/layout/BasicLinearProcessNumbered"/>
    <dgm:cxn modelId="{C69B4BA0-3E2D-4CB2-A8D5-8E26DF342DFB}" type="presParOf" srcId="{7C9E33ED-070F-4E92-8C31-35E156DEBF3B}" destId="{6C5CC738-28B7-49CC-BEAE-18A52A288C72}" srcOrd="2" destOrd="0" presId="urn:microsoft.com/office/officeart/2016/7/layout/BasicLinearProcessNumbered"/>
    <dgm:cxn modelId="{132DF3D9-0EE2-41B9-8A76-56977CA8B917}" type="presParOf" srcId="{7C9E33ED-070F-4E92-8C31-35E156DEBF3B}" destId="{0F8B1639-E757-4BCF-9D5C-F5F85833A034}" srcOrd="3" destOrd="0" presId="urn:microsoft.com/office/officeart/2016/7/layout/BasicLinearProcessNumbered"/>
    <dgm:cxn modelId="{4EC2EC37-4904-44A2-A698-EC04D14A2076}" type="presParOf" srcId="{ABEDAAB6-58F5-4194-A071-864FBA9F016C}" destId="{877BCD57-B19C-4A72-90D1-0AE8DFE1B566}" srcOrd="1" destOrd="0" presId="urn:microsoft.com/office/officeart/2016/7/layout/BasicLinearProcessNumbered"/>
    <dgm:cxn modelId="{8ABDADE0-2532-4239-9E6A-B626D48B728C}" type="presParOf" srcId="{ABEDAAB6-58F5-4194-A071-864FBA9F016C}" destId="{9359C90C-CFAE-42BB-8C74-1EA308997CC8}" srcOrd="2" destOrd="0" presId="urn:microsoft.com/office/officeart/2016/7/layout/BasicLinearProcessNumbered"/>
    <dgm:cxn modelId="{3678379C-16EE-472B-A509-4125D1CB2389}" type="presParOf" srcId="{9359C90C-CFAE-42BB-8C74-1EA308997CC8}" destId="{EF4A0BB3-7EF0-47B2-B4ED-2583F51F3B94}" srcOrd="0" destOrd="0" presId="urn:microsoft.com/office/officeart/2016/7/layout/BasicLinearProcessNumbered"/>
    <dgm:cxn modelId="{CC0EAECD-0F21-490C-A975-73E19F787B47}" type="presParOf" srcId="{9359C90C-CFAE-42BB-8C74-1EA308997CC8}" destId="{37A43C0D-8BC3-4FE4-9D7A-AE253650C817}" srcOrd="1" destOrd="0" presId="urn:microsoft.com/office/officeart/2016/7/layout/BasicLinearProcessNumbered"/>
    <dgm:cxn modelId="{41794190-0282-4396-A563-72D72D65AD65}" type="presParOf" srcId="{9359C90C-CFAE-42BB-8C74-1EA308997CC8}" destId="{79C5630F-218F-42DD-A41F-86D41963006F}" srcOrd="2" destOrd="0" presId="urn:microsoft.com/office/officeart/2016/7/layout/BasicLinearProcessNumbered"/>
    <dgm:cxn modelId="{94F84F18-31D7-46ED-A22D-978C0B16DD53}" type="presParOf" srcId="{9359C90C-CFAE-42BB-8C74-1EA308997CC8}" destId="{209B24F4-2ADD-4F2C-ABB3-1A728FF35B7B}" srcOrd="3" destOrd="0" presId="urn:microsoft.com/office/officeart/2016/7/layout/BasicLinearProcessNumbered"/>
    <dgm:cxn modelId="{DED303ED-2C87-4318-9F23-3D2F21CE4557}" type="presParOf" srcId="{ABEDAAB6-58F5-4194-A071-864FBA9F016C}" destId="{9233E346-49ED-4F55-860B-4AE7A9FA2D37}" srcOrd="3" destOrd="0" presId="urn:microsoft.com/office/officeart/2016/7/layout/BasicLinearProcessNumbered"/>
    <dgm:cxn modelId="{ABC33F34-70ED-4BA8-9BB2-E22A8A7BDB24}" type="presParOf" srcId="{ABEDAAB6-58F5-4194-A071-864FBA9F016C}" destId="{A26685A6-9834-49DC-9BEC-129B40E71D48}" srcOrd="4" destOrd="0" presId="urn:microsoft.com/office/officeart/2016/7/layout/BasicLinearProcessNumbered"/>
    <dgm:cxn modelId="{94AA9DEC-47EE-4D4F-86EE-4EA6FCD4E90A}" type="presParOf" srcId="{A26685A6-9834-49DC-9BEC-129B40E71D48}" destId="{1F839997-98FB-4B0B-8274-83E3060BE8A3}" srcOrd="0" destOrd="0" presId="urn:microsoft.com/office/officeart/2016/7/layout/BasicLinearProcessNumbered"/>
    <dgm:cxn modelId="{56BAB862-CCA7-4649-BD7B-29CF9295EB9A}" type="presParOf" srcId="{A26685A6-9834-49DC-9BEC-129B40E71D48}" destId="{924F530B-7C9A-4E0F-9CD3-04C44E28FB22}" srcOrd="1" destOrd="0" presId="urn:microsoft.com/office/officeart/2016/7/layout/BasicLinearProcessNumbered"/>
    <dgm:cxn modelId="{318A327C-BFE0-4777-A700-2A01B714D87D}" type="presParOf" srcId="{A26685A6-9834-49DC-9BEC-129B40E71D48}" destId="{0CFA9ED2-C61C-4BFA-AEF5-CC9F796A1A5B}" srcOrd="2" destOrd="0" presId="urn:microsoft.com/office/officeart/2016/7/layout/BasicLinearProcessNumbered"/>
    <dgm:cxn modelId="{53E2D329-B578-4BB2-83D2-DF5ABAFB191B}" type="presParOf" srcId="{A26685A6-9834-49DC-9BEC-129B40E71D48}" destId="{A5A6A498-BC17-442A-B6F2-72879C0B7FEA}" srcOrd="3" destOrd="0" presId="urn:microsoft.com/office/officeart/2016/7/layout/BasicLinearProcessNumbered"/>
    <dgm:cxn modelId="{D83C9D1A-B2AA-4987-B114-CED8EBC3ACB4}" type="presParOf" srcId="{ABEDAAB6-58F5-4194-A071-864FBA9F016C}" destId="{B6FE70DC-41D5-417B-AA6F-B0E884F83D38}" srcOrd="5" destOrd="0" presId="urn:microsoft.com/office/officeart/2016/7/layout/BasicLinearProcessNumbered"/>
    <dgm:cxn modelId="{9CC35A66-39F0-45C8-A55E-BA0384B4A22B}" type="presParOf" srcId="{ABEDAAB6-58F5-4194-A071-864FBA9F016C}" destId="{93633501-7B7B-4E9D-A484-DDF9A8F6E6FF}" srcOrd="6" destOrd="0" presId="urn:microsoft.com/office/officeart/2016/7/layout/BasicLinearProcessNumbered"/>
    <dgm:cxn modelId="{ACDC778B-4CA7-4D8E-96D5-BA03556F93F2}" type="presParOf" srcId="{93633501-7B7B-4E9D-A484-DDF9A8F6E6FF}" destId="{18BBD235-CCA3-43A7-9565-55FEB1E5F4D8}" srcOrd="0" destOrd="0" presId="urn:microsoft.com/office/officeart/2016/7/layout/BasicLinearProcessNumbered"/>
    <dgm:cxn modelId="{773AC378-663B-418F-8D1F-04B89C47DD1A}" type="presParOf" srcId="{93633501-7B7B-4E9D-A484-DDF9A8F6E6FF}" destId="{9E91ECFB-668D-4693-8F8C-31DBA5E4721F}" srcOrd="1" destOrd="0" presId="urn:microsoft.com/office/officeart/2016/7/layout/BasicLinearProcessNumbered"/>
    <dgm:cxn modelId="{1095C862-2D3D-4CD4-B53E-46AD89EEC703}" type="presParOf" srcId="{93633501-7B7B-4E9D-A484-DDF9A8F6E6FF}" destId="{65A17360-0C9B-4103-9FF3-2F6AA5F8D833}" srcOrd="2" destOrd="0" presId="urn:microsoft.com/office/officeart/2016/7/layout/BasicLinearProcessNumbered"/>
    <dgm:cxn modelId="{FE7F1C84-F086-4462-8162-2DDB8DE0CCCF}" type="presParOf" srcId="{93633501-7B7B-4E9D-A484-DDF9A8F6E6FF}" destId="{323B79BB-B853-4585-9DD0-57EA106EAE1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61E59-DEA5-4253-B6D1-ED3525B25599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rgbClr val="0E284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0D34B-7C9B-4521-8EAA-FD0752FF6FAD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>
              <a:latin typeface="Cantarell Regular" pitchFamily="50" charset="0"/>
            </a:rPr>
            <a:t>Czéh Szabolcs – Backend</a:t>
          </a:r>
          <a:endParaRPr lang="en-US" sz="3000" kern="1200">
            <a:latin typeface="Cantarell Regular" pitchFamily="50" charset="0"/>
          </a:endParaRPr>
        </a:p>
      </dsp:txBody>
      <dsp:txXfrm>
        <a:off x="398656" y="1088253"/>
        <a:ext cx="2959127" cy="1837317"/>
      </dsp:txXfrm>
    </dsp:sp>
    <dsp:sp modelId="{7ED99D48-C759-4909-A549-7A91E3F7BD8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6FA85-DA97-48E8-9DDF-42E92ECF8E7F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>
              <a:latin typeface="Cantarell Regular" pitchFamily="50" charset="0"/>
            </a:rPr>
            <a:t>Gonda Ákos – Database, Documentation</a:t>
          </a:r>
          <a:endParaRPr lang="en-US" sz="3000" kern="1200">
            <a:latin typeface="Cantarell Regular" pitchFamily="50" charset="0"/>
          </a:endParaRPr>
        </a:p>
      </dsp:txBody>
      <dsp:txXfrm>
        <a:off x="4155097" y="1088253"/>
        <a:ext cx="2959127" cy="1837317"/>
      </dsp:txXfrm>
    </dsp:sp>
    <dsp:sp modelId="{B1860CF0-6B00-4529-95CF-134165DAAD07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1C98A-512B-4A01-A2CE-B825A6331C2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>
              <a:latin typeface="Cantarell Regular" pitchFamily="50" charset="0"/>
            </a:rPr>
            <a:t>Torma Enikő – Frontend </a:t>
          </a:r>
          <a:endParaRPr lang="en-US" sz="3000" kern="1200">
            <a:latin typeface="Cantarell Regular" pitchFamily="50" charset="0"/>
          </a:endParaRP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0DC78-15A0-4E2E-ACB4-9C2EFBD2DA5F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rgbClr val="0E284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1159C-B607-4EC0-9278-9A1321D13A2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E284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latin typeface="Cantarell Regular" pitchFamily="50" charset="0"/>
            </a:rPr>
            <a:t>Torma Security Ltd.’s website is outdated.</a:t>
          </a:r>
          <a:endParaRPr lang="en-US" sz="2100" kern="1200">
            <a:latin typeface="Cantarell Regular" pitchFamily="50" charset="0"/>
          </a:endParaRPr>
        </a:p>
      </dsp:txBody>
      <dsp:txXfrm>
        <a:off x="299702" y="1282093"/>
        <a:ext cx="2200851" cy="1366505"/>
      </dsp:txXfrm>
    </dsp:sp>
    <dsp:sp modelId="{B8A77985-6CC5-4092-9F10-D61171AE3E74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rgbClr val="0E284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8F053-851D-468D-A44D-C18E826FAED0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E284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latin typeface="Cantarell Regular" pitchFamily="50" charset="0"/>
            </a:rPr>
            <a:t>Customers don’t usually know what they need.</a:t>
          </a:r>
          <a:endParaRPr lang="en-US" sz="2100" kern="1200">
            <a:latin typeface="Cantarell Regular" pitchFamily="50" charset="0"/>
          </a:endParaRPr>
        </a:p>
      </dsp:txBody>
      <dsp:txXfrm>
        <a:off x="3093555" y="1282093"/>
        <a:ext cx="2200851" cy="1366505"/>
      </dsp:txXfrm>
    </dsp:sp>
    <dsp:sp modelId="{E8BBC872-5268-4A58-8783-BD7A1E79DDB9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rgbClr val="0E284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0F27B-8933-435B-8074-2E749707AB9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E284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latin typeface="Cantarell Regular" pitchFamily="50" charset="0"/>
            </a:rPr>
            <a:t>Hard to get an appointment.</a:t>
          </a:r>
          <a:endParaRPr lang="en-US" sz="2100" kern="1200">
            <a:latin typeface="Cantarell Regular" pitchFamily="50" charset="0"/>
          </a:endParaRPr>
        </a:p>
      </dsp:txBody>
      <dsp:txXfrm>
        <a:off x="5887408" y="1282093"/>
        <a:ext cx="2200851" cy="1366505"/>
      </dsp:txXfrm>
    </dsp:sp>
    <dsp:sp modelId="{4FF7A699-DD6C-4907-B116-7A11F4A7AF47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rgbClr val="0E284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4133B-BF4D-405A-8A25-71ECD7FF9E6F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0E284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>
              <a:latin typeface="Cantarell Regular" pitchFamily="50" charset="0"/>
            </a:rPr>
            <a:t>No online presence</a:t>
          </a:r>
          <a:endParaRPr lang="en-US" sz="2100" kern="1200">
            <a:latin typeface="Cantarell Regular" pitchFamily="50" charset="0"/>
          </a:endParaRPr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1334C-A058-42BF-B8E3-96D8B6A21B3E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79356-7552-4A69-9303-A3078E109AB8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>
              <a:latin typeface="Cantarell Regular" pitchFamily="50" charset="0"/>
            </a:rPr>
            <a:t>A new modern website with better UX/UI</a:t>
          </a:r>
          <a:endParaRPr lang="en-US" sz="1600" kern="1200">
            <a:latin typeface="Cantarell Regular" pitchFamily="50" charset="0"/>
          </a:endParaRPr>
        </a:p>
      </dsp:txBody>
      <dsp:txXfrm>
        <a:off x="3845652" y="478140"/>
        <a:ext cx="1475545" cy="1475545"/>
      </dsp:txXfrm>
    </dsp:sp>
    <dsp:sp modelId="{BD11B614-B139-4243-B734-4E7EF018707E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>
              <a:latin typeface="Cantarell Regular" pitchFamily="50" charset="0"/>
            </a:rPr>
            <a:t>Configuration system according to customer needs</a:t>
          </a:r>
          <a:endParaRPr lang="en-US" sz="1600" kern="1200">
            <a:latin typeface="Cantarell Regular" pitchFamily="50" charset="0"/>
          </a:endParaRPr>
        </a:p>
      </dsp:txBody>
      <dsp:txXfrm>
        <a:off x="5606630" y="478140"/>
        <a:ext cx="1475545" cy="1475545"/>
      </dsp:txXfrm>
    </dsp:sp>
    <dsp:sp modelId="{704F815B-E847-4752-B6A7-B2F39E8815AD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>
              <a:latin typeface="Cantarell Regular" pitchFamily="50" charset="0"/>
            </a:rPr>
            <a:t>Online appointment booking</a:t>
          </a:r>
          <a:endParaRPr lang="en-US" sz="1600" kern="1200">
            <a:latin typeface="Cantarell Regular" pitchFamily="50" charset="0"/>
          </a:endParaRPr>
        </a:p>
      </dsp:txBody>
      <dsp:txXfrm>
        <a:off x="3845652" y="2239118"/>
        <a:ext cx="1475545" cy="1475545"/>
      </dsp:txXfrm>
    </dsp:sp>
    <dsp:sp modelId="{2582EC24-2EF1-40C9-8358-524ACBBFD9D5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>
              <a:latin typeface="Cantarell Regular" pitchFamily="50" charset="0"/>
            </a:rPr>
            <a:t>Online shopping oppourtunity which boosts sales </a:t>
          </a:r>
          <a:endParaRPr lang="en-US" sz="1600" kern="1200">
            <a:latin typeface="Cantarell Regular" pitchFamily="50" charset="0"/>
          </a:endParaRPr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ED6AF-F5C2-46BC-A5C6-5744C32CB23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D36F9-A713-42E1-B605-7D826AEF3C5A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antarell Regular" pitchFamily="50" charset="0"/>
            </a:rPr>
            <a:t>Scrum – Trackable deadlines  </a:t>
          </a:r>
          <a:endParaRPr lang="en-US" sz="2200" kern="1200">
            <a:latin typeface="Cantarell Regular" pitchFamily="50" charset="0"/>
          </a:endParaRPr>
        </a:p>
      </dsp:txBody>
      <dsp:txXfrm>
        <a:off x="299702" y="1282093"/>
        <a:ext cx="2200851" cy="1366505"/>
      </dsp:txXfrm>
    </dsp:sp>
    <dsp:sp modelId="{B92DFD50-7711-4C37-A627-EEB466D0C862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AC3E1-F2D9-4ADF-AEC8-E212C1178BB2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antarell Regular" pitchFamily="50" charset="0"/>
            </a:rPr>
            <a:t>Jira – Timelines, Task tracking</a:t>
          </a:r>
          <a:endParaRPr lang="en-US" sz="2200" kern="1200">
            <a:latin typeface="Cantarell Regular" pitchFamily="50" charset="0"/>
          </a:endParaRPr>
        </a:p>
      </dsp:txBody>
      <dsp:txXfrm>
        <a:off x="3093555" y="1282093"/>
        <a:ext cx="2200851" cy="1366505"/>
      </dsp:txXfrm>
    </dsp:sp>
    <dsp:sp modelId="{D9DE3009-AA1B-46F9-BDD6-EF9D0736120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8315A-FD44-4F45-B1EE-5FDBC2D5A55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antarell Regular" pitchFamily="50" charset="0"/>
            </a:rPr>
            <a:t>Git – Version controller </a:t>
          </a:r>
          <a:endParaRPr lang="en-US" sz="2200" kern="1200">
            <a:latin typeface="Cantarell Regular" pitchFamily="50" charset="0"/>
          </a:endParaRPr>
        </a:p>
      </dsp:txBody>
      <dsp:txXfrm>
        <a:off x="5887408" y="1282093"/>
        <a:ext cx="2200851" cy="1366505"/>
      </dsp:txXfrm>
    </dsp:sp>
    <dsp:sp modelId="{7DA70FE5-7846-4E25-ABD8-43ED1618C11F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24D58-027B-42A0-9B2A-170792B4CDF2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>
              <a:latin typeface="Cantarell Regular" pitchFamily="50" charset="0"/>
            </a:rPr>
            <a:t>Discord – Team communication</a:t>
          </a:r>
          <a:endParaRPr lang="en-US" sz="2200" kern="1200">
            <a:latin typeface="Cantarell Regular" pitchFamily="50" charset="0"/>
          </a:endParaRPr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F917C-890E-4E0A-AEE0-F481BF4A8E4D}">
      <dsp:nvSpPr>
        <dsp:cNvPr id="0" name=""/>
        <dsp:cNvSpPr/>
      </dsp:nvSpPr>
      <dsp:spPr>
        <a:xfrm>
          <a:off x="3201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Expand the project with new features and improvements</a:t>
          </a:r>
          <a:endParaRPr lang="en-US" sz="2300" kern="1200"/>
        </a:p>
      </dsp:txBody>
      <dsp:txXfrm>
        <a:off x="3201" y="1418004"/>
        <a:ext cx="2539866" cy="2133487"/>
      </dsp:txXfrm>
    </dsp:sp>
    <dsp:sp modelId="{6133CC9D-D549-464D-BB7C-1D9AF18B1956}">
      <dsp:nvSpPr>
        <dsp:cNvPr id="0" name=""/>
        <dsp:cNvSpPr/>
      </dsp:nvSpPr>
      <dsp:spPr>
        <a:xfrm>
          <a:off x="739762" y="4223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578598"/>
        <a:ext cx="754301" cy="754301"/>
      </dsp:txXfrm>
    </dsp:sp>
    <dsp:sp modelId="{6C5CC738-28B7-49CC-BEAE-18A52A288C72}">
      <dsp:nvSpPr>
        <dsp:cNvPr id="0" name=""/>
        <dsp:cNvSpPr/>
      </dsp:nvSpPr>
      <dsp:spPr>
        <a:xfrm>
          <a:off x="3201" y="36225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A0BB3-7EF0-47B2-B4ED-2583F51F3B94}">
      <dsp:nvSpPr>
        <dsp:cNvPr id="0" name=""/>
        <dsp:cNvSpPr/>
      </dsp:nvSpPr>
      <dsp:spPr>
        <a:xfrm>
          <a:off x="2797054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Gather and incorporate user feedback</a:t>
          </a:r>
          <a:endParaRPr lang="en-US" sz="2300" kern="1200"/>
        </a:p>
      </dsp:txBody>
      <dsp:txXfrm>
        <a:off x="2797054" y="1418004"/>
        <a:ext cx="2539866" cy="2133487"/>
      </dsp:txXfrm>
    </dsp:sp>
    <dsp:sp modelId="{37A43C0D-8BC3-4FE4-9D7A-AE253650C817}">
      <dsp:nvSpPr>
        <dsp:cNvPr id="0" name=""/>
        <dsp:cNvSpPr/>
      </dsp:nvSpPr>
      <dsp:spPr>
        <a:xfrm>
          <a:off x="3533615" y="4223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578598"/>
        <a:ext cx="754301" cy="754301"/>
      </dsp:txXfrm>
    </dsp:sp>
    <dsp:sp modelId="{79C5630F-218F-42DD-A41F-86D41963006F}">
      <dsp:nvSpPr>
        <dsp:cNvPr id="0" name=""/>
        <dsp:cNvSpPr/>
      </dsp:nvSpPr>
      <dsp:spPr>
        <a:xfrm>
          <a:off x="2797054" y="36225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39997-98FB-4B0B-8274-83E3060BE8A3}">
      <dsp:nvSpPr>
        <dsp:cNvPr id="0" name=""/>
        <dsp:cNvSpPr/>
      </dsp:nvSpPr>
      <dsp:spPr>
        <a:xfrm>
          <a:off x="5590907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Ensure long</a:t>
          </a:r>
          <a:r>
            <a:rPr lang="en-US" sz="2300" kern="1200" dirty="0"/>
            <a:t> </a:t>
          </a:r>
          <a:r>
            <a:rPr lang="hu-HU" sz="2300" kern="1200" dirty="0"/>
            <a:t>term maintenance and update</a:t>
          </a:r>
          <a:endParaRPr lang="en-US" sz="2300" kern="1200" dirty="0"/>
        </a:p>
      </dsp:txBody>
      <dsp:txXfrm>
        <a:off x="5590907" y="1418004"/>
        <a:ext cx="2539866" cy="2133487"/>
      </dsp:txXfrm>
    </dsp:sp>
    <dsp:sp modelId="{924F530B-7C9A-4E0F-9CD3-04C44E28FB22}">
      <dsp:nvSpPr>
        <dsp:cNvPr id="0" name=""/>
        <dsp:cNvSpPr/>
      </dsp:nvSpPr>
      <dsp:spPr>
        <a:xfrm>
          <a:off x="6327469" y="4223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578598"/>
        <a:ext cx="754301" cy="754301"/>
      </dsp:txXfrm>
    </dsp:sp>
    <dsp:sp modelId="{0CFA9ED2-C61C-4BFA-AEF5-CC9F796A1A5B}">
      <dsp:nvSpPr>
        <dsp:cNvPr id="0" name=""/>
        <dsp:cNvSpPr/>
      </dsp:nvSpPr>
      <dsp:spPr>
        <a:xfrm>
          <a:off x="5590907" y="36225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BD235-CCA3-43A7-9565-55FEB1E5F4D8}">
      <dsp:nvSpPr>
        <dsp:cNvPr id="0" name=""/>
        <dsp:cNvSpPr/>
      </dsp:nvSpPr>
      <dsp:spPr>
        <a:xfrm>
          <a:off x="8384760" y="667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Explore related projects or reserch opportunities</a:t>
          </a:r>
          <a:endParaRPr lang="en-US" sz="2300" kern="1200"/>
        </a:p>
      </dsp:txBody>
      <dsp:txXfrm>
        <a:off x="8384760" y="1418004"/>
        <a:ext cx="2539866" cy="2133487"/>
      </dsp:txXfrm>
    </dsp:sp>
    <dsp:sp modelId="{9E91ECFB-668D-4693-8F8C-31DBA5E4721F}">
      <dsp:nvSpPr>
        <dsp:cNvPr id="0" name=""/>
        <dsp:cNvSpPr/>
      </dsp:nvSpPr>
      <dsp:spPr>
        <a:xfrm>
          <a:off x="9121322" y="4223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578598"/>
        <a:ext cx="754301" cy="754301"/>
      </dsp:txXfrm>
    </dsp:sp>
    <dsp:sp modelId="{65A17360-0C9B-4103-9FF3-2F6AA5F8D833}">
      <dsp:nvSpPr>
        <dsp:cNvPr id="0" name=""/>
        <dsp:cNvSpPr/>
      </dsp:nvSpPr>
      <dsp:spPr>
        <a:xfrm>
          <a:off x="8384760" y="36225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0991-ED6B-486D-A964-94991A1558B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2E04E-7085-4EFC-A855-918E053AD9F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  <a:latin typeface="Cantarell Classified" pitchFamily="50" charset="0"/>
              </a:rPr>
              <a:t>TORMA </a:t>
            </a:r>
            <a:r>
              <a:rPr lang="en-US" sz="4800" dirty="0" err="1">
                <a:solidFill>
                  <a:srgbClr val="FFFFFF"/>
                </a:solidFill>
                <a:latin typeface="Cantarell Classified" pitchFamily="50" charset="0"/>
              </a:rPr>
              <a:t>Biztonságtechnika</a:t>
            </a:r>
            <a:endParaRPr lang="en-US" sz="4800" dirty="0">
              <a:solidFill>
                <a:srgbClr val="FFFFFF"/>
              </a:solidFill>
              <a:latin typeface="Cantarell Classified" pitchFamily="50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latin typeface="Cantarell Regular" pitchFamily="50" charset="0"/>
              </a:rPr>
              <a:t>a presentation by Czéh Szabolcs, Gonda Ákos &amp; Torma Enikő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  <a:latin typeface="Cantarell" pitchFamily="50" charset="0"/>
              </a:rPr>
              <a:t>Teamwork</a:t>
            </a:r>
            <a:r>
              <a:rPr lang="hu-HU" sz="4000">
                <a:solidFill>
                  <a:srgbClr val="FFFFFF"/>
                </a:solidFill>
              </a:rPr>
              <a:t>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A7D75A-8806-DC8C-83AB-1B7C97551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2424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A786913-50D1-F158-C593-2CC9BE199E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21" y="122359"/>
            <a:ext cx="3472806" cy="1925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  <a:latin typeface="Cantarell" pitchFamily="50" charset="0"/>
              </a:rP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7407F9-45D2-117D-ACBE-B6146BB0A3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0766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9B59D0-DD56-CA86-1E55-8C6B48CDDA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21" y="122359"/>
            <a:ext cx="3472806" cy="1925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  <a:latin typeface="Cantarell" pitchFamily="50" charset="0"/>
              </a:rPr>
              <a:t>Our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0368CD-6981-5182-6D9F-D4268B452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0403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62E0993-D2BC-A5CB-909A-98226C7FA7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129" y="40791"/>
            <a:ext cx="2694597" cy="1493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B9C452-2C6E-4D52-8FC7-669291EE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E1CC44-1B7F-472B-B668-B4F2F4723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BAD077-4A41-458D-9909-1A108699E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6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FC21CE-01FD-49CC-BAFC-06F38B34B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321728"/>
            <a:ext cx="6999883" cy="9679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>
                <a:solidFill>
                  <a:srgbClr val="FFFFFF"/>
                </a:solidFill>
                <a:latin typeface="Cantarell" pitchFamily="50" charset="0"/>
              </a:rPr>
              <a:t>Design plan</a:t>
            </a:r>
          </a:p>
        </p:txBody>
      </p:sp>
      <p:pic>
        <p:nvPicPr>
          <p:cNvPr id="5" name="Picture 4" descr="tormafi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46" y="2251316"/>
            <a:ext cx="1688281" cy="3903541"/>
          </a:xfrm>
          <a:prstGeom prst="rect">
            <a:avLst/>
          </a:prstGeom>
        </p:spPr>
      </p:pic>
      <p:pic>
        <p:nvPicPr>
          <p:cNvPr id="4" name="Picture 3" descr="ChatGPT Image 2026. jan. 7. 11_15_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929" y="2334515"/>
            <a:ext cx="2494544" cy="3737144"/>
          </a:xfrm>
          <a:prstGeom prst="rect">
            <a:avLst/>
          </a:prstGeom>
        </p:spPr>
      </p:pic>
      <p:pic>
        <p:nvPicPr>
          <p:cNvPr id="7" name="Picture 6" descr="tormakep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69" y="2328247"/>
            <a:ext cx="2502912" cy="3749680"/>
          </a:xfrm>
          <a:prstGeom prst="rect">
            <a:avLst/>
          </a:prstGeom>
        </p:spPr>
      </p:pic>
      <p:pic>
        <p:nvPicPr>
          <p:cNvPr id="6" name="Picture 5" descr="tormak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350" y="2328248"/>
            <a:ext cx="2502910" cy="3749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8D4A5-4817-64AB-ACDA-702345E1A5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129" y="40791"/>
            <a:ext cx="2694597" cy="1493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4800" kern="1200">
                <a:solidFill>
                  <a:srgbClr val="FFFFFF"/>
                </a:solidFill>
                <a:latin typeface="Cantarell" pitchFamily="50" charset="0"/>
              </a:rPr>
              <a:t>Jira &amp; Git -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en-US" sz="2400" kern="1200">
                <a:solidFill>
                  <a:srgbClr val="FEFCFB"/>
                </a:solidFill>
                <a:latin typeface="Cantarell Regular" pitchFamily="50" charset="0"/>
              </a:rPr>
              <a:t>We are still working on this feature, but the design and concept are already defined.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  <a:latin typeface="Cantarell" pitchFamily="50" charset="0"/>
              </a:rPr>
              <a:t>Technologies used: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1D5786-FB9D-AE95-93A7-3E33F9CCB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10679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6BBE26B-88A7-36C7-3776-1AA727FD9C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21" y="122359"/>
            <a:ext cx="3472806" cy="1925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en-US">
                <a:solidFill>
                  <a:schemeClr val="bg1"/>
                </a:solidFill>
                <a:latin typeface="Cantarell" pitchFamily="50" charset="0"/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altLang="en-US">
                <a:solidFill>
                  <a:schemeClr val="bg1"/>
                </a:solidFill>
                <a:latin typeface="Cantarell Regular" pitchFamily="50" charset="0"/>
              </a:rPr>
              <a:t>Testing is planned and will be performed in a later phase of the project.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B6539-A3B4-AC70-AB5F-211A672B51F3}"/>
              </a:ext>
            </a:extLst>
          </p:cNvPr>
          <p:cNvSpPr txBox="1"/>
          <p:nvPr/>
        </p:nvSpPr>
        <p:spPr>
          <a:xfrm>
            <a:off x="2844148" y="3631962"/>
            <a:ext cx="6503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>
                <a:solidFill>
                  <a:schemeClr val="bg1"/>
                </a:solidFill>
                <a:latin typeface="Cantarell Regular" pitchFamily="50" charset="0"/>
              </a:rPr>
              <a:t>[</a:t>
            </a:r>
            <a:r>
              <a:rPr lang="hu-HU" altLang="en-US">
                <a:solidFill>
                  <a:schemeClr val="bg1"/>
                </a:solidFill>
                <a:latin typeface="Cantarell Regular" pitchFamily="50" charset="0"/>
              </a:rPr>
              <a:t>Screenshot of the testing documentation will be added here.</a:t>
            </a:r>
            <a:r>
              <a:rPr lang="en-US" altLang="en-US">
                <a:solidFill>
                  <a:schemeClr val="bg1"/>
                </a:solidFill>
                <a:latin typeface="Cantarell Regular" pitchFamily="50" charset="0"/>
              </a:rPr>
              <a:t>]</a:t>
            </a:r>
            <a:endParaRPr lang="hu-HU" altLang="en-US">
              <a:solidFill>
                <a:schemeClr val="bg1"/>
              </a:solidFill>
              <a:latin typeface="Cantarell Regular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en-US">
                <a:solidFill>
                  <a:schemeClr val="bg1"/>
                </a:solidFill>
                <a:latin typeface="Cantarell" pitchFamily="50" charset="0"/>
              </a:rPr>
              <a:t>Live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altLang="en-US">
                <a:solidFill>
                  <a:schemeClr val="bg1"/>
                </a:solidFill>
                <a:latin typeface="Cantarell Regular" pitchFamily="50" charset="0"/>
              </a:rPr>
              <a:t>Live design preview will be added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6876E-3859-B04D-876D-CDC613EAA7D2}"/>
              </a:ext>
            </a:extLst>
          </p:cNvPr>
          <p:cNvSpPr txBox="1"/>
          <p:nvPr/>
        </p:nvSpPr>
        <p:spPr>
          <a:xfrm>
            <a:off x="4150275" y="3631962"/>
            <a:ext cx="3891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EFCFB"/>
                </a:solidFill>
              </a:rPr>
              <a:t>[Live design preview screenshot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altLang="en-US" sz="4000">
                <a:solidFill>
                  <a:srgbClr val="FFFFFF"/>
                </a:solidFill>
                <a:latin typeface="Cantarell" pitchFamily="50" charset="0"/>
              </a:rPr>
              <a:t>Future plans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9F3F57-59C3-4C4A-3212-76E73804A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87362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40E4694-F19B-69E5-041D-C2CD4D1EE1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021" y="122359"/>
            <a:ext cx="3472806" cy="1925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204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Cantarell Classified</vt:lpstr>
      <vt:lpstr>Arial</vt:lpstr>
      <vt:lpstr>Cantarell Regular</vt:lpstr>
      <vt:lpstr>Aptos Display</vt:lpstr>
      <vt:lpstr>Cantarell</vt:lpstr>
      <vt:lpstr>Aptos</vt:lpstr>
      <vt:lpstr>Office Theme</vt:lpstr>
      <vt:lpstr>TORMA Biztonságtechnika</vt:lpstr>
      <vt:lpstr>Teamwork </vt:lpstr>
      <vt:lpstr>The Problem</vt:lpstr>
      <vt:lpstr>Our solution</vt:lpstr>
      <vt:lpstr>Design plan</vt:lpstr>
      <vt:lpstr>Jira &amp; Git - Project management</vt:lpstr>
      <vt:lpstr>Technologies used:</vt:lpstr>
      <vt:lpstr>Testing</vt:lpstr>
      <vt:lpstr>Live design</vt:lpstr>
      <vt:lpstr>Future plans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Ákos Gonda</dc:creator>
  <cp:lastModifiedBy>Ákos Gonda</cp:lastModifiedBy>
  <cp:revision>28</cp:revision>
  <dcterms:created xsi:type="dcterms:W3CDTF">2026-01-07T10:35:40Z</dcterms:created>
  <dcterms:modified xsi:type="dcterms:W3CDTF">2026-02-12T09:17:17Z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114C7DDF4C91736FB0325E697EEB9775_42</vt:lpwstr>
  </property>
  <property fmtid="{D5CDD505-2E9C-101B-9397-08002B2CF9AE}" pid="3" name="KSOProductBuildVer">
    <vt:lpwstr>1033-12.1.23152.23152</vt:lpwstr>
  </property>
</Properties>
</file>