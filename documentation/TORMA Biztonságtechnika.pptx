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2192000" cy="6858000"/>
  <p:notesSz cx="6858000" cy="9144000"/>
  <p:embeddedFontLst>
    <p:embeddedFont>
      <p:font typeface="Candara" panose="020E0502030303020204" pitchFamily="34" charset="0"/>
      <p:regular r:id="rId3"/>
      <p:bold r:id="rId4"/>
      <p:italic r:id="rId5"/>
      <p:boldItalic r:id="rId6"/>
    </p:embeddedFont>
    <p:embeddedFont>
      <p:font typeface="Cantarell Classified" pitchFamily="50" charset="0"/>
      <p:bold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CFB"/>
    <a:srgbClr val="0340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83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ableStyles" Target="tableStyles.xml"/><Relationship Id="rId5" Type="http://schemas.openxmlformats.org/officeDocument/2006/relationships/font" Target="fonts/font3.fntdata"/><Relationship Id="rId10" Type="http://schemas.openxmlformats.org/officeDocument/2006/relationships/theme" Target="theme/theme1.xml"/><Relationship Id="rId4" Type="http://schemas.openxmlformats.org/officeDocument/2006/relationships/font" Target="fonts/font2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6C3EE-CC81-4983-2CCA-EDDC4E96C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DD3EFB-355D-F756-FD5E-A1C7D5B51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15E7C-21EB-C78B-3CEE-750B1DB36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FA249-F0AE-AF3E-8024-2D6CE19FF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98083-5463-2A36-E2A2-7671A268B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345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CEAA4-F78D-9CDE-0A47-115FA2992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DC205-F4F3-6BD1-7B30-15189998A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EB7EF-FFFE-D26C-3206-59DA6424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35955-898B-078A-44E5-C67EC11C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C932F-E2CE-E36B-C3EF-C64C61BFA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885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02D71-273C-E9A8-EBDA-1B478D41C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5F005C-B9EE-0FE6-AD13-7EF958292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47F46-E722-8075-43C8-528A0EFEA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7D3BA-2AE1-4AED-2E4C-99902F262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56E9D-9D18-B9D2-E6CC-1107C0505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606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C9FA-2C1A-0434-50EF-4AA51BC1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D071A-BD08-05E9-3CBE-28041F772D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4D5EDF-DE92-8459-28F4-C8875FB80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BB41-E699-5D8D-C041-CB00DAF08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520C64-DCAE-546D-1ACF-7C81416D8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098C5-2928-97C2-1E7D-7C05F21B1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73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CB4AE-F3C8-8936-2791-82C83AAD6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A75C1-D1EF-24C1-AEB3-DF657499C3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2A985-0924-F7C8-04C8-9D12A4746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C3D85C-8CD4-8E3E-704C-B369A6D11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FC89F4-A69E-5ED1-B186-A79005970C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E3D4A7-7172-1339-5256-7E52C4ADB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BF7107-2EBB-EA99-BC98-A28A924F6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3CA47F-65D8-0200-50C0-4D0FD0878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275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950F3-A453-22DC-DABA-915863043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9AB490-C0E1-D145-27C2-42BDECCB5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2F5AA-6269-7C43-30AF-09201DD47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968DE-A346-4FDA-5516-65BBF4A7E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7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791350-440C-D85A-D6A4-9A0B5708D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DC63F8-F209-D324-6E0F-F2934218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A8BD1-C799-F588-6B8C-93E3B0C58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85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24101-699A-8BA3-D141-ED08937E8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1F456-5E95-BA77-EC2E-209E7414F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78931-5F4A-C289-5B5B-3604FE7DBE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7D1802-7C37-4208-6F22-F5DF765C2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4B7D1-B248-D89E-989B-2A6C5E85A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306235-79D3-0F2E-D10F-B033FC5FA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527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DAE2A-AD1B-7475-DC5F-AD0185CA2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D1A944-1A3D-9334-B794-B6A9D1921D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B8C5DD-248C-EECF-E35D-872EC2724A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A1D67F-567C-E30E-29C3-E76438E83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0040CB-6B85-3D19-2AD9-98E7DD628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E22A59-86D3-BBE4-3FA8-EE510CB2C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873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AAE40-2004-FBF9-0A89-DE79BE9F0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C4A5E8-EC39-0CC9-D85F-1594F8F3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32D07-A736-3381-0054-58DB92571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18896-020F-8013-40A1-711582D2E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93DCA-B38B-0201-468B-2B1B2C0AC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769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CB0FF0-0B42-697B-24E4-BDAF49CB6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5AF85-6E67-5C3D-4264-4F2C449C5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FF133-6EA2-0EAB-7216-4403A988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11AFC-04AB-BCDA-1513-075872C6F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5ED0F-BBD9-5D1A-A49D-8F0A873F7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872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1067CE-5901-DDA2-960B-9CEF8145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7085-34A9-23CC-7166-7BFAC1237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0AF19-3B8E-3ABC-CFE0-0DB168B8CB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40087-AC8F-B467-1AC8-23D166A7C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63875-3602-C25A-72DA-710CFF1B2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565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5D306-F3D7-A548-FD58-C1B09EB196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solidFill>
                  <a:srgbClr val="FEFCFB"/>
                </a:solidFill>
                <a:latin typeface="Cantarell Classified" pitchFamily="50" charset="0"/>
              </a:rPr>
              <a:t>TORMA Biztonságtechnika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60E94-FE19-AAC5-EB9A-4DE2EBE4C7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solidFill>
                  <a:srgbClr val="FEFCFB"/>
                </a:solidFill>
                <a:latin typeface="Candara" panose="020E0502030303020204" pitchFamily="34" charset="0"/>
              </a:rPr>
              <a:t>készítette: Czéh Szabolcs, Gonda Ákos, Torma Enikő</a:t>
            </a:r>
          </a:p>
        </p:txBody>
      </p:sp>
    </p:spTree>
    <p:extLst>
      <p:ext uri="{BB962C8B-B14F-4D97-AF65-F5344CB8AC3E}">
        <p14:creationId xmlns:p14="http://schemas.microsoft.com/office/powerpoint/2010/main" val="1888852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 Display</vt:lpstr>
      <vt:lpstr>Arial</vt:lpstr>
      <vt:lpstr>Aptos</vt:lpstr>
      <vt:lpstr>Cantarell Classified</vt:lpstr>
      <vt:lpstr>Candara</vt:lpstr>
      <vt:lpstr>Office Theme</vt:lpstr>
      <vt:lpstr>TORMA Biztonságtechnika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Ákos Gonda</dc:creator>
  <cp:lastModifiedBy>Ákos Gonda</cp:lastModifiedBy>
  <cp:revision>2</cp:revision>
  <dcterms:created xsi:type="dcterms:W3CDTF">2026-01-07T09:17:21Z</dcterms:created>
  <dcterms:modified xsi:type="dcterms:W3CDTF">2026-01-07T09:31:59Z</dcterms:modified>
</cp:coreProperties>
</file>